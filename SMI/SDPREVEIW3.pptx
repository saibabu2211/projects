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71" r:id="rId5"/>
    <p:sldId id="258" r:id="rId6"/>
    <p:sldId id="259" r:id="rId7"/>
    <p:sldId id="260" r:id="rId8"/>
    <p:sldId id="261" r:id="rId9"/>
    <p:sldId id="262" r:id="rId10"/>
    <p:sldId id="263" r:id="rId11"/>
    <p:sldId id="264" r:id="rId12"/>
    <p:sldId id="265" r:id="rId13"/>
    <p:sldId id="266" r:id="rId14"/>
    <p:sldId id="267" r:id="rId15"/>
    <p:sldId id="268" r:id="rId16"/>
    <p:sldId id="273" r:id="rId17"/>
    <p:sldId id="274" r:id="rId18"/>
    <p:sldId id="270" r:id="rId19"/>
  </p:sldIdLst>
  <p:sldSz cx="10693400" cy="7562850"/>
  <p:notesSz cx="10693400" cy="756285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02005" y="2344483"/>
            <a:ext cx="9089390" cy="1588198"/>
          </a:xfrm>
          <a:prstGeom prst="rect">
            <a:avLst/>
          </a:prstGeom>
        </p:spPr>
        <p:txBody>
          <a:bodyPr wrap="square" lIns="0" tIns="0" rIns="0" bIns="0">
            <a:spAutoFit/>
          </a:bodyPr>
          <a:lstStyle>
            <a:lvl1pPr>
              <a:defRPr sz="2350" b="1" i="0">
                <a:solidFill>
                  <a:schemeClr val="bg1"/>
                </a:solidFill>
                <a:latin typeface="Times New Roman" panose="02020603050405020304"/>
                <a:cs typeface="Times New Roman" panose="02020603050405020304"/>
              </a:defRPr>
            </a:lvl1pPr>
          </a:lstStyle>
          <a:p/>
        </p:txBody>
      </p:sp>
      <p:sp>
        <p:nvSpPr>
          <p:cNvPr id="3" name="Holder 3"/>
          <p:cNvSpPr>
            <a:spLocks noGrp="1"/>
          </p:cNvSpPr>
          <p:nvPr>
            <p:ph type="subTitle" idx="4"/>
          </p:nvPr>
        </p:nvSpPr>
        <p:spPr>
          <a:xfrm>
            <a:off x="1604010" y="4235196"/>
            <a:ext cx="7485380" cy="1890712"/>
          </a:xfrm>
          <a:prstGeom prst="rect">
            <a:avLst/>
          </a:prstGeom>
        </p:spPr>
        <p:txBody>
          <a:bodyPr wrap="square" lIns="0" tIns="0" rIns="0" bIns="0">
            <a:spAutoFit/>
          </a:bodyPr>
          <a:lstStyle>
            <a:lvl1pPr>
              <a:defRPr sz="1600" b="0" i="0">
                <a:solidFill>
                  <a:srgbClr val="DFEFFF"/>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50" b="1" i="0">
                <a:solidFill>
                  <a:schemeClr val="bg1"/>
                </a:solidFill>
                <a:latin typeface="Times New Roman" panose="02020603050405020304"/>
                <a:cs typeface="Times New Roman" panose="02020603050405020304"/>
              </a:defRPr>
            </a:lvl1pPr>
          </a:lstStyle>
          <a:p/>
        </p:txBody>
      </p:sp>
      <p:sp>
        <p:nvSpPr>
          <p:cNvPr id="3" name="Holder 3"/>
          <p:cNvSpPr>
            <a:spLocks noGrp="1"/>
          </p:cNvSpPr>
          <p:nvPr>
            <p:ph type="body" idx="1"/>
          </p:nvPr>
        </p:nvSpPr>
        <p:spPr/>
        <p:txBody>
          <a:bodyPr lIns="0" tIns="0" rIns="0" bIns="0"/>
          <a:lstStyle>
            <a:lvl1pPr>
              <a:defRPr sz="1600" b="0" i="0">
                <a:solidFill>
                  <a:srgbClr val="DFEFFF"/>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50" b="1" i="0">
                <a:solidFill>
                  <a:schemeClr val="bg1"/>
                </a:solidFill>
                <a:latin typeface="Times New Roman" panose="02020603050405020304"/>
                <a:cs typeface="Times New Roman" panose="02020603050405020304"/>
              </a:defRPr>
            </a:lvl1pPr>
          </a:lstStyle>
          <a:p/>
        </p:txBody>
      </p:sp>
      <p:sp>
        <p:nvSpPr>
          <p:cNvPr id="3" name="Holder 3"/>
          <p:cNvSpPr>
            <a:spLocks noGrp="1"/>
          </p:cNvSpPr>
          <p:nvPr>
            <p:ph sz="half" idx="2"/>
          </p:nvPr>
        </p:nvSpPr>
        <p:spPr>
          <a:xfrm>
            <a:off x="534670" y="1739455"/>
            <a:ext cx="4651629" cy="499148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5507101" y="1739455"/>
            <a:ext cx="4651629" cy="499148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50" b="1" i="0">
                <a:solidFill>
                  <a:schemeClr val="bg1"/>
                </a:solidFill>
                <a:latin typeface="Times New Roman" panose="02020603050405020304"/>
                <a:cs typeface="Times New Roman" panose="020206030504050203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showMasterSp="0">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image" Target="../media/image1.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6" cstate="print"/>
          <a:stretch>
            <a:fillRect/>
          </a:stretch>
        </p:blipFill>
        <p:spPr>
          <a:xfrm>
            <a:off x="0" y="772668"/>
            <a:ext cx="10692384" cy="6013703"/>
          </a:xfrm>
          <a:prstGeom prst="rect">
            <a:avLst/>
          </a:prstGeom>
        </p:spPr>
      </p:pic>
      <p:sp>
        <p:nvSpPr>
          <p:cNvPr id="2" name="Holder 2"/>
          <p:cNvSpPr>
            <a:spLocks noGrp="1"/>
          </p:cNvSpPr>
          <p:nvPr>
            <p:ph type="title"/>
          </p:nvPr>
        </p:nvSpPr>
        <p:spPr>
          <a:xfrm>
            <a:off x="176230" y="1358857"/>
            <a:ext cx="4215130" cy="382269"/>
          </a:xfrm>
          <a:prstGeom prst="rect">
            <a:avLst/>
          </a:prstGeom>
        </p:spPr>
        <p:txBody>
          <a:bodyPr wrap="square" lIns="0" tIns="0" rIns="0" bIns="0">
            <a:spAutoFit/>
          </a:bodyPr>
          <a:lstStyle>
            <a:lvl1pPr>
              <a:defRPr sz="2350" b="1" i="0">
                <a:solidFill>
                  <a:schemeClr val="bg1"/>
                </a:solidFill>
                <a:latin typeface="Times New Roman" panose="02020603050405020304"/>
                <a:cs typeface="Times New Roman" panose="02020603050405020304"/>
              </a:defRPr>
            </a:lvl1pPr>
          </a:lstStyle>
          <a:p/>
        </p:txBody>
      </p:sp>
      <p:sp>
        <p:nvSpPr>
          <p:cNvPr id="3" name="Holder 3"/>
          <p:cNvSpPr>
            <a:spLocks noGrp="1"/>
          </p:cNvSpPr>
          <p:nvPr>
            <p:ph type="body" idx="1"/>
          </p:nvPr>
        </p:nvSpPr>
        <p:spPr>
          <a:xfrm>
            <a:off x="1038897" y="2477495"/>
            <a:ext cx="5315585" cy="2170429"/>
          </a:xfrm>
          <a:prstGeom prst="rect">
            <a:avLst/>
          </a:prstGeom>
        </p:spPr>
        <p:txBody>
          <a:bodyPr wrap="square" lIns="0" tIns="0" rIns="0" bIns="0">
            <a:spAutoFit/>
          </a:bodyPr>
          <a:lstStyle>
            <a:lvl1pPr>
              <a:defRPr sz="1600" b="0" i="0">
                <a:solidFill>
                  <a:srgbClr val="DFEFFF"/>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a:xfrm>
            <a:off x="3635756" y="7033450"/>
            <a:ext cx="3421888" cy="37814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534670" y="7033450"/>
            <a:ext cx="2459482" cy="3781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7699248" y="7033450"/>
            <a:ext cx="2459482" cy="37814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jpe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jpeg"/><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jpe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50163" y="3400044"/>
            <a:ext cx="9124315" cy="1088390"/>
            <a:chOff x="550163" y="3400044"/>
            <a:chExt cx="9124315" cy="1088390"/>
          </a:xfrm>
        </p:grpSpPr>
        <p:sp>
          <p:nvSpPr>
            <p:cNvPr id="3" name="object 3"/>
            <p:cNvSpPr/>
            <p:nvPr/>
          </p:nvSpPr>
          <p:spPr>
            <a:xfrm>
              <a:off x="655320" y="3506724"/>
              <a:ext cx="9002395" cy="965200"/>
            </a:xfrm>
            <a:custGeom>
              <a:avLst/>
              <a:gdLst/>
              <a:ahLst/>
              <a:cxnLst/>
              <a:rect l="l" t="t" r="r" b="b"/>
              <a:pathLst>
                <a:path w="9002395" h="965200">
                  <a:moveTo>
                    <a:pt x="8916923" y="964692"/>
                  </a:moveTo>
                  <a:lnTo>
                    <a:pt x="85344" y="964692"/>
                  </a:lnTo>
                  <a:lnTo>
                    <a:pt x="52077" y="958000"/>
                  </a:lnTo>
                  <a:lnTo>
                    <a:pt x="24955" y="939736"/>
                  </a:lnTo>
                  <a:lnTo>
                    <a:pt x="6691" y="912614"/>
                  </a:lnTo>
                  <a:lnTo>
                    <a:pt x="0" y="879348"/>
                  </a:lnTo>
                  <a:lnTo>
                    <a:pt x="0" y="85344"/>
                  </a:lnTo>
                  <a:lnTo>
                    <a:pt x="6691" y="52077"/>
                  </a:lnTo>
                  <a:lnTo>
                    <a:pt x="24955" y="24955"/>
                  </a:lnTo>
                  <a:lnTo>
                    <a:pt x="52077" y="6691"/>
                  </a:lnTo>
                  <a:lnTo>
                    <a:pt x="85344" y="0"/>
                  </a:lnTo>
                  <a:lnTo>
                    <a:pt x="8916923" y="0"/>
                  </a:lnTo>
                  <a:lnTo>
                    <a:pt x="8950189" y="6691"/>
                  </a:lnTo>
                  <a:lnTo>
                    <a:pt x="8977312" y="24955"/>
                  </a:lnTo>
                  <a:lnTo>
                    <a:pt x="8995576" y="52077"/>
                  </a:lnTo>
                  <a:lnTo>
                    <a:pt x="9002267" y="85344"/>
                  </a:lnTo>
                  <a:lnTo>
                    <a:pt x="9002267" y="879348"/>
                  </a:lnTo>
                  <a:lnTo>
                    <a:pt x="8995576" y="912614"/>
                  </a:lnTo>
                  <a:lnTo>
                    <a:pt x="8977312" y="939736"/>
                  </a:lnTo>
                  <a:lnTo>
                    <a:pt x="8950189" y="958000"/>
                  </a:lnTo>
                  <a:lnTo>
                    <a:pt x="8916923" y="964692"/>
                  </a:lnTo>
                  <a:close/>
                </a:path>
              </a:pathLst>
            </a:custGeom>
            <a:solidFill>
              <a:srgbClr val="4F7CB8"/>
            </a:solidFill>
          </p:spPr>
          <p:txBody>
            <a:bodyPr wrap="square" lIns="0" tIns="0" rIns="0" bIns="0" rtlCol="0"/>
            <a:lstStyle/>
            <a:p/>
          </p:txBody>
        </p:sp>
        <p:sp>
          <p:nvSpPr>
            <p:cNvPr id="4" name="object 4"/>
            <p:cNvSpPr/>
            <p:nvPr/>
          </p:nvSpPr>
          <p:spPr>
            <a:xfrm>
              <a:off x="655320" y="3506724"/>
              <a:ext cx="9002395" cy="965200"/>
            </a:xfrm>
            <a:custGeom>
              <a:avLst/>
              <a:gdLst/>
              <a:ahLst/>
              <a:cxnLst/>
              <a:rect l="l" t="t" r="r" b="b"/>
              <a:pathLst>
                <a:path w="9002395" h="965200">
                  <a:moveTo>
                    <a:pt x="0" y="85344"/>
                  </a:moveTo>
                  <a:lnTo>
                    <a:pt x="6691" y="52077"/>
                  </a:lnTo>
                  <a:lnTo>
                    <a:pt x="24955" y="24955"/>
                  </a:lnTo>
                  <a:lnTo>
                    <a:pt x="52077" y="6691"/>
                  </a:lnTo>
                  <a:lnTo>
                    <a:pt x="85344" y="0"/>
                  </a:lnTo>
                  <a:lnTo>
                    <a:pt x="8916923" y="0"/>
                  </a:lnTo>
                  <a:lnTo>
                    <a:pt x="8950189" y="6691"/>
                  </a:lnTo>
                  <a:lnTo>
                    <a:pt x="8977312" y="24955"/>
                  </a:lnTo>
                  <a:lnTo>
                    <a:pt x="8995576" y="52077"/>
                  </a:lnTo>
                  <a:lnTo>
                    <a:pt x="9002267" y="85344"/>
                  </a:lnTo>
                  <a:lnTo>
                    <a:pt x="9002267" y="879348"/>
                  </a:lnTo>
                  <a:lnTo>
                    <a:pt x="8995576" y="912614"/>
                  </a:lnTo>
                  <a:lnTo>
                    <a:pt x="8977312" y="939736"/>
                  </a:lnTo>
                  <a:lnTo>
                    <a:pt x="8950189" y="958000"/>
                  </a:lnTo>
                  <a:lnTo>
                    <a:pt x="8916923" y="964692"/>
                  </a:lnTo>
                  <a:lnTo>
                    <a:pt x="85344" y="964692"/>
                  </a:lnTo>
                  <a:lnTo>
                    <a:pt x="52077" y="958000"/>
                  </a:lnTo>
                  <a:lnTo>
                    <a:pt x="24955" y="939736"/>
                  </a:lnTo>
                  <a:lnTo>
                    <a:pt x="6691" y="912614"/>
                  </a:lnTo>
                  <a:lnTo>
                    <a:pt x="0" y="879348"/>
                  </a:lnTo>
                  <a:lnTo>
                    <a:pt x="0" y="85344"/>
                  </a:lnTo>
                  <a:close/>
                </a:path>
              </a:pathLst>
            </a:custGeom>
            <a:ln w="33528">
              <a:solidFill>
                <a:srgbClr val="4F7CB8"/>
              </a:solidFill>
            </a:ln>
          </p:spPr>
          <p:txBody>
            <a:bodyPr wrap="square" lIns="0" tIns="0" rIns="0" bIns="0" rtlCol="0"/>
            <a:lstStyle/>
            <a:p/>
          </p:txBody>
        </p:sp>
        <p:sp>
          <p:nvSpPr>
            <p:cNvPr id="5" name="object 5"/>
            <p:cNvSpPr/>
            <p:nvPr/>
          </p:nvSpPr>
          <p:spPr>
            <a:xfrm>
              <a:off x="566927" y="3416808"/>
              <a:ext cx="9002395" cy="965200"/>
            </a:xfrm>
            <a:custGeom>
              <a:avLst/>
              <a:gdLst/>
              <a:ahLst/>
              <a:cxnLst/>
              <a:rect l="l" t="t" r="r" b="b"/>
              <a:pathLst>
                <a:path w="9002395" h="965200">
                  <a:moveTo>
                    <a:pt x="8916923" y="964692"/>
                  </a:moveTo>
                  <a:lnTo>
                    <a:pt x="85344" y="964692"/>
                  </a:lnTo>
                  <a:lnTo>
                    <a:pt x="52077" y="958000"/>
                  </a:lnTo>
                  <a:lnTo>
                    <a:pt x="24955" y="939736"/>
                  </a:lnTo>
                  <a:lnTo>
                    <a:pt x="6691" y="912614"/>
                  </a:lnTo>
                  <a:lnTo>
                    <a:pt x="0" y="879348"/>
                  </a:lnTo>
                  <a:lnTo>
                    <a:pt x="0" y="85344"/>
                  </a:lnTo>
                  <a:lnTo>
                    <a:pt x="6691" y="52077"/>
                  </a:lnTo>
                  <a:lnTo>
                    <a:pt x="24955" y="24955"/>
                  </a:lnTo>
                  <a:lnTo>
                    <a:pt x="52077" y="6691"/>
                  </a:lnTo>
                  <a:lnTo>
                    <a:pt x="85344" y="0"/>
                  </a:lnTo>
                  <a:lnTo>
                    <a:pt x="8916923" y="0"/>
                  </a:lnTo>
                  <a:lnTo>
                    <a:pt x="8950189" y="6691"/>
                  </a:lnTo>
                  <a:lnTo>
                    <a:pt x="8977312" y="24955"/>
                  </a:lnTo>
                  <a:lnTo>
                    <a:pt x="8995576" y="52077"/>
                  </a:lnTo>
                  <a:lnTo>
                    <a:pt x="9002267" y="85344"/>
                  </a:lnTo>
                  <a:lnTo>
                    <a:pt x="9002267" y="879348"/>
                  </a:lnTo>
                  <a:lnTo>
                    <a:pt x="8995576" y="912614"/>
                  </a:lnTo>
                  <a:lnTo>
                    <a:pt x="8977312" y="939736"/>
                  </a:lnTo>
                  <a:lnTo>
                    <a:pt x="8950189" y="958000"/>
                  </a:lnTo>
                  <a:lnTo>
                    <a:pt x="8916923" y="964692"/>
                  </a:lnTo>
                  <a:close/>
                </a:path>
              </a:pathLst>
            </a:custGeom>
            <a:solidFill>
              <a:srgbClr val="FFFFFF"/>
            </a:solidFill>
          </p:spPr>
          <p:txBody>
            <a:bodyPr wrap="square" lIns="0" tIns="0" rIns="0" bIns="0" rtlCol="0"/>
            <a:lstStyle/>
            <a:p/>
          </p:txBody>
        </p:sp>
        <p:sp>
          <p:nvSpPr>
            <p:cNvPr id="6" name="object 6"/>
            <p:cNvSpPr/>
            <p:nvPr/>
          </p:nvSpPr>
          <p:spPr>
            <a:xfrm>
              <a:off x="566927" y="3416808"/>
              <a:ext cx="9002395" cy="965200"/>
            </a:xfrm>
            <a:custGeom>
              <a:avLst/>
              <a:gdLst/>
              <a:ahLst/>
              <a:cxnLst/>
              <a:rect l="l" t="t" r="r" b="b"/>
              <a:pathLst>
                <a:path w="9002395" h="965200">
                  <a:moveTo>
                    <a:pt x="0" y="85344"/>
                  </a:moveTo>
                  <a:lnTo>
                    <a:pt x="6691" y="52077"/>
                  </a:lnTo>
                  <a:lnTo>
                    <a:pt x="24955" y="24955"/>
                  </a:lnTo>
                  <a:lnTo>
                    <a:pt x="52077" y="6691"/>
                  </a:lnTo>
                  <a:lnTo>
                    <a:pt x="85344" y="0"/>
                  </a:lnTo>
                  <a:lnTo>
                    <a:pt x="8916923" y="0"/>
                  </a:lnTo>
                  <a:lnTo>
                    <a:pt x="8950189" y="6691"/>
                  </a:lnTo>
                  <a:lnTo>
                    <a:pt x="8977312" y="24955"/>
                  </a:lnTo>
                  <a:lnTo>
                    <a:pt x="8995576" y="52077"/>
                  </a:lnTo>
                  <a:lnTo>
                    <a:pt x="9002267" y="85344"/>
                  </a:lnTo>
                  <a:lnTo>
                    <a:pt x="9002267" y="879348"/>
                  </a:lnTo>
                  <a:lnTo>
                    <a:pt x="8995576" y="912614"/>
                  </a:lnTo>
                  <a:lnTo>
                    <a:pt x="8977312" y="939736"/>
                  </a:lnTo>
                  <a:lnTo>
                    <a:pt x="8950189" y="958000"/>
                  </a:lnTo>
                  <a:lnTo>
                    <a:pt x="8916923" y="964692"/>
                  </a:lnTo>
                  <a:lnTo>
                    <a:pt x="85344" y="964692"/>
                  </a:lnTo>
                  <a:lnTo>
                    <a:pt x="52077" y="958000"/>
                  </a:lnTo>
                  <a:lnTo>
                    <a:pt x="24955" y="939736"/>
                  </a:lnTo>
                  <a:lnTo>
                    <a:pt x="6691" y="912614"/>
                  </a:lnTo>
                  <a:lnTo>
                    <a:pt x="0" y="879348"/>
                  </a:lnTo>
                  <a:lnTo>
                    <a:pt x="0" y="85344"/>
                  </a:lnTo>
                  <a:close/>
                </a:path>
              </a:pathLst>
            </a:custGeom>
            <a:ln w="33528">
              <a:solidFill>
                <a:srgbClr val="4F7CB8"/>
              </a:solidFill>
            </a:ln>
          </p:spPr>
          <p:txBody>
            <a:bodyPr wrap="square" lIns="0" tIns="0" rIns="0" bIns="0" rtlCol="0"/>
            <a:lstStyle/>
            <a:p/>
          </p:txBody>
        </p:sp>
      </p:grpSp>
      <p:sp>
        <p:nvSpPr>
          <p:cNvPr id="7" name="object 7"/>
          <p:cNvSpPr txBox="1">
            <a:spLocks noGrp="1"/>
          </p:cNvSpPr>
          <p:nvPr>
            <p:ph type="title"/>
          </p:nvPr>
        </p:nvSpPr>
        <p:spPr>
          <a:xfrm>
            <a:off x="660794" y="1554114"/>
            <a:ext cx="7037070" cy="1781810"/>
          </a:xfrm>
          <a:prstGeom prst="rect">
            <a:avLst/>
          </a:prstGeom>
        </p:spPr>
        <p:txBody>
          <a:bodyPr vert="horz" wrap="square" lIns="0" tIns="12065" rIns="0" bIns="0" rtlCol="0">
            <a:spAutoFit/>
          </a:bodyPr>
          <a:lstStyle/>
          <a:p>
            <a:pPr marL="12700">
              <a:lnSpc>
                <a:spcPct val="100000"/>
              </a:lnSpc>
              <a:spcBef>
                <a:spcPts val="95"/>
              </a:spcBef>
            </a:pPr>
            <a:r>
              <a:rPr sz="5150" dirty="0">
                <a:solidFill>
                  <a:srgbClr val="DFEFFF"/>
                </a:solidFill>
              </a:rPr>
              <a:t>SIC–USING</a:t>
            </a:r>
            <a:r>
              <a:rPr sz="5150" spc="-170" dirty="0">
                <a:solidFill>
                  <a:srgbClr val="DFEFFF"/>
                </a:solidFill>
              </a:rPr>
              <a:t> </a:t>
            </a:r>
            <a:r>
              <a:rPr sz="5150" spc="-25" dirty="0">
                <a:solidFill>
                  <a:srgbClr val="DFEFFF"/>
                </a:solidFill>
              </a:rPr>
              <a:t>GEN</a:t>
            </a:r>
            <a:r>
              <a:rPr sz="5150" spc="-325" dirty="0">
                <a:solidFill>
                  <a:srgbClr val="DFEFFF"/>
                </a:solidFill>
              </a:rPr>
              <a:t> </a:t>
            </a:r>
            <a:r>
              <a:rPr sz="5150" spc="-25" dirty="0">
                <a:solidFill>
                  <a:srgbClr val="DFEFFF"/>
                </a:solidFill>
              </a:rPr>
              <a:t>AI</a:t>
            </a:r>
            <a:endParaRPr sz="5150"/>
          </a:p>
          <a:p>
            <a:pPr marL="12700">
              <a:lnSpc>
                <a:spcPct val="100000"/>
              </a:lnSpc>
              <a:spcBef>
                <a:spcPts val="210"/>
              </a:spcBef>
            </a:pPr>
            <a:r>
              <a:rPr sz="6200" dirty="0">
                <a:solidFill>
                  <a:srgbClr val="DFEFFF"/>
                </a:solidFill>
              </a:rPr>
              <a:t>(</a:t>
            </a:r>
            <a:r>
              <a:rPr sz="5150" dirty="0">
                <a:solidFill>
                  <a:srgbClr val="DFEFFF"/>
                </a:solidFill>
              </a:rPr>
              <a:t>Smart</a:t>
            </a:r>
            <a:r>
              <a:rPr sz="5150" spc="-140" dirty="0">
                <a:solidFill>
                  <a:srgbClr val="DFEFFF"/>
                </a:solidFill>
              </a:rPr>
              <a:t> </a:t>
            </a:r>
            <a:r>
              <a:rPr sz="5150" dirty="0">
                <a:solidFill>
                  <a:srgbClr val="DFEFFF"/>
                </a:solidFill>
              </a:rPr>
              <a:t>Interview</a:t>
            </a:r>
            <a:r>
              <a:rPr sz="5150" spc="-130" dirty="0">
                <a:solidFill>
                  <a:srgbClr val="DFEFFF"/>
                </a:solidFill>
              </a:rPr>
              <a:t> </a:t>
            </a:r>
            <a:r>
              <a:rPr sz="5150" spc="-10" dirty="0">
                <a:solidFill>
                  <a:srgbClr val="DFEFFF"/>
                </a:solidFill>
              </a:rPr>
              <a:t>Coach)</a:t>
            </a:r>
            <a:endParaRPr sz="5150"/>
          </a:p>
        </p:txBody>
      </p:sp>
      <p:sp>
        <p:nvSpPr>
          <p:cNvPr id="8" name="object 8"/>
          <p:cNvSpPr txBox="1"/>
          <p:nvPr/>
        </p:nvSpPr>
        <p:spPr>
          <a:xfrm>
            <a:off x="2088865" y="3734821"/>
            <a:ext cx="4547870" cy="239395"/>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21244B"/>
                </a:solidFill>
                <a:latin typeface="Times New Roman" panose="02020603050405020304"/>
                <a:cs typeface="Times New Roman" panose="02020603050405020304"/>
              </a:rPr>
              <a:t>Enhancing</a:t>
            </a:r>
            <a:r>
              <a:rPr sz="1400" spc="-20" dirty="0">
                <a:solidFill>
                  <a:srgbClr val="21244B"/>
                </a:solidFill>
                <a:latin typeface="Times New Roman" panose="02020603050405020304"/>
                <a:cs typeface="Times New Roman" panose="02020603050405020304"/>
              </a:rPr>
              <a:t> </a:t>
            </a:r>
            <a:r>
              <a:rPr sz="1400" spc="-10" dirty="0">
                <a:solidFill>
                  <a:srgbClr val="21244B"/>
                </a:solidFill>
                <a:latin typeface="Times New Roman" panose="02020603050405020304"/>
                <a:cs typeface="Times New Roman" panose="02020603050405020304"/>
              </a:rPr>
              <a:t>Resume</a:t>
            </a:r>
            <a:r>
              <a:rPr sz="1400" spc="-70" dirty="0">
                <a:solidFill>
                  <a:srgbClr val="21244B"/>
                </a:solidFill>
                <a:latin typeface="Times New Roman" panose="02020603050405020304"/>
                <a:cs typeface="Times New Roman" panose="02020603050405020304"/>
              </a:rPr>
              <a:t> </a:t>
            </a:r>
            <a:r>
              <a:rPr sz="1400" dirty="0">
                <a:solidFill>
                  <a:srgbClr val="21244B"/>
                </a:solidFill>
                <a:latin typeface="Times New Roman" panose="02020603050405020304"/>
                <a:cs typeface="Times New Roman" panose="02020603050405020304"/>
              </a:rPr>
              <a:t>Analysis</a:t>
            </a:r>
            <a:r>
              <a:rPr sz="1400" spc="-15" dirty="0">
                <a:solidFill>
                  <a:srgbClr val="21244B"/>
                </a:solidFill>
                <a:latin typeface="Times New Roman" panose="02020603050405020304"/>
                <a:cs typeface="Times New Roman" panose="02020603050405020304"/>
              </a:rPr>
              <a:t> </a:t>
            </a:r>
            <a:r>
              <a:rPr sz="1400" dirty="0">
                <a:solidFill>
                  <a:srgbClr val="21244B"/>
                </a:solidFill>
                <a:latin typeface="Times New Roman" panose="02020603050405020304"/>
                <a:cs typeface="Times New Roman" panose="02020603050405020304"/>
              </a:rPr>
              <a:t>and</a:t>
            </a:r>
            <a:r>
              <a:rPr sz="1400" spc="-20" dirty="0">
                <a:solidFill>
                  <a:srgbClr val="21244B"/>
                </a:solidFill>
                <a:latin typeface="Times New Roman" panose="02020603050405020304"/>
                <a:cs typeface="Times New Roman" panose="02020603050405020304"/>
              </a:rPr>
              <a:t> </a:t>
            </a:r>
            <a:r>
              <a:rPr sz="1400" dirty="0">
                <a:solidFill>
                  <a:srgbClr val="21244B"/>
                </a:solidFill>
                <a:latin typeface="Times New Roman" panose="02020603050405020304"/>
                <a:cs typeface="Times New Roman" panose="02020603050405020304"/>
              </a:rPr>
              <a:t>Interview</a:t>
            </a:r>
            <a:r>
              <a:rPr sz="1400" spc="-20" dirty="0">
                <a:solidFill>
                  <a:srgbClr val="21244B"/>
                </a:solidFill>
                <a:latin typeface="Times New Roman" panose="02020603050405020304"/>
                <a:cs typeface="Times New Roman" panose="02020603050405020304"/>
              </a:rPr>
              <a:t> </a:t>
            </a:r>
            <a:r>
              <a:rPr sz="1400" dirty="0">
                <a:solidFill>
                  <a:srgbClr val="21244B"/>
                </a:solidFill>
                <a:latin typeface="Times New Roman" panose="02020603050405020304"/>
                <a:cs typeface="Times New Roman" panose="02020603050405020304"/>
              </a:rPr>
              <a:t>Preparation</a:t>
            </a:r>
            <a:r>
              <a:rPr sz="1400" spc="-20" dirty="0">
                <a:solidFill>
                  <a:srgbClr val="21244B"/>
                </a:solidFill>
                <a:latin typeface="Times New Roman" panose="02020603050405020304"/>
                <a:cs typeface="Times New Roman" panose="02020603050405020304"/>
              </a:rPr>
              <a:t> </a:t>
            </a:r>
            <a:r>
              <a:rPr sz="1400" spc="-10" dirty="0">
                <a:solidFill>
                  <a:srgbClr val="21244B"/>
                </a:solidFill>
                <a:latin typeface="Times New Roman" panose="02020603050405020304"/>
                <a:cs typeface="Times New Roman" panose="02020603050405020304"/>
              </a:rPr>
              <a:t>with</a:t>
            </a:r>
            <a:r>
              <a:rPr sz="1400" spc="-85" dirty="0">
                <a:solidFill>
                  <a:srgbClr val="21244B"/>
                </a:solidFill>
                <a:latin typeface="Times New Roman" panose="02020603050405020304"/>
                <a:cs typeface="Times New Roman" panose="02020603050405020304"/>
              </a:rPr>
              <a:t> </a:t>
            </a:r>
            <a:r>
              <a:rPr sz="1400" spc="-25" dirty="0">
                <a:solidFill>
                  <a:srgbClr val="21244B"/>
                </a:solidFill>
                <a:latin typeface="Times New Roman" panose="02020603050405020304"/>
                <a:cs typeface="Times New Roman" panose="02020603050405020304"/>
              </a:rPr>
              <a:t>AI</a:t>
            </a:r>
            <a:endParaRPr sz="1400">
              <a:latin typeface="Times New Roman" panose="02020603050405020304"/>
              <a:cs typeface="Times New Roman" panose="02020603050405020304"/>
            </a:endParaRPr>
          </a:p>
        </p:txBody>
      </p:sp>
      <p:sp>
        <p:nvSpPr>
          <p:cNvPr id="9" name="object 9"/>
          <p:cNvSpPr txBox="1"/>
          <p:nvPr/>
        </p:nvSpPr>
        <p:spPr>
          <a:xfrm>
            <a:off x="4426645" y="5074380"/>
            <a:ext cx="5205095" cy="1308735"/>
          </a:xfrm>
          <a:prstGeom prst="rect">
            <a:avLst/>
          </a:prstGeom>
        </p:spPr>
        <p:txBody>
          <a:bodyPr vert="horz" wrap="square" lIns="0" tIns="10795" rIns="0" bIns="0" rtlCol="0">
            <a:spAutoFit/>
          </a:bodyPr>
          <a:lstStyle/>
          <a:p>
            <a:pPr marL="12700" marR="2343785" indent="1537335">
              <a:lnSpc>
                <a:spcPct val="100000"/>
              </a:lnSpc>
              <a:spcBef>
                <a:spcPts val="85"/>
              </a:spcBef>
            </a:pPr>
            <a:r>
              <a:rPr sz="2100" b="1" spc="-25" dirty="0">
                <a:solidFill>
                  <a:srgbClr val="FFFFFF"/>
                </a:solidFill>
                <a:latin typeface="Times New Roman" panose="02020603050405020304"/>
                <a:cs typeface="Times New Roman" panose="02020603050405020304"/>
              </a:rPr>
              <a:t>BY </a:t>
            </a:r>
            <a:r>
              <a:rPr sz="2100" b="1" spc="-10" dirty="0">
                <a:solidFill>
                  <a:srgbClr val="FFFFFF"/>
                </a:solidFill>
                <a:latin typeface="Times New Roman" panose="02020603050405020304"/>
                <a:cs typeface="Times New Roman" panose="02020603050405020304"/>
              </a:rPr>
              <a:t>S.SAIBABU-21BCE9232</a:t>
            </a:r>
            <a:endParaRPr sz="2100">
              <a:latin typeface="Times New Roman" panose="02020603050405020304"/>
              <a:cs typeface="Times New Roman" panose="02020603050405020304"/>
            </a:endParaRPr>
          </a:p>
          <a:p>
            <a:pPr marL="12700" marR="5080">
              <a:lnSpc>
                <a:spcPct val="100000"/>
              </a:lnSpc>
              <a:spcBef>
                <a:spcPts val="15"/>
              </a:spcBef>
            </a:pPr>
            <a:r>
              <a:rPr sz="2100" b="1" spc="-40" dirty="0">
                <a:solidFill>
                  <a:srgbClr val="FFFFFF"/>
                </a:solidFill>
                <a:latin typeface="Times New Roman" panose="02020603050405020304"/>
                <a:cs typeface="Times New Roman" panose="02020603050405020304"/>
              </a:rPr>
              <a:t>D.JAYANTH</a:t>
            </a:r>
            <a:r>
              <a:rPr sz="2100" b="1" spc="-20" dirty="0">
                <a:solidFill>
                  <a:srgbClr val="FFFFFF"/>
                </a:solidFill>
                <a:latin typeface="Times New Roman" panose="02020603050405020304"/>
                <a:cs typeface="Times New Roman" panose="02020603050405020304"/>
              </a:rPr>
              <a:t> </a:t>
            </a:r>
            <a:r>
              <a:rPr sz="2100" b="1" spc="-70" dirty="0">
                <a:solidFill>
                  <a:srgbClr val="FFFFFF"/>
                </a:solidFill>
                <a:latin typeface="Times New Roman" panose="02020603050405020304"/>
                <a:cs typeface="Times New Roman" panose="02020603050405020304"/>
              </a:rPr>
              <a:t>VARMA </a:t>
            </a:r>
            <a:r>
              <a:rPr sz="2100" b="1" spc="-25" dirty="0">
                <a:solidFill>
                  <a:srgbClr val="FFFFFF"/>
                </a:solidFill>
                <a:latin typeface="Times New Roman" panose="02020603050405020304"/>
                <a:cs typeface="Times New Roman" panose="02020603050405020304"/>
              </a:rPr>
              <a:t>-</a:t>
            </a:r>
            <a:r>
              <a:rPr sz="2100" b="1" spc="-10" dirty="0">
                <a:solidFill>
                  <a:srgbClr val="FFFFFF"/>
                </a:solidFill>
                <a:latin typeface="Times New Roman" panose="02020603050405020304"/>
                <a:cs typeface="Times New Roman" panose="02020603050405020304"/>
              </a:rPr>
              <a:t>21BCE9786 CH.NAGA</a:t>
            </a:r>
            <a:r>
              <a:rPr sz="2100" b="1" spc="-95" dirty="0">
                <a:solidFill>
                  <a:srgbClr val="FFFFFF"/>
                </a:solidFill>
                <a:latin typeface="Times New Roman" panose="02020603050405020304"/>
                <a:cs typeface="Times New Roman" panose="02020603050405020304"/>
              </a:rPr>
              <a:t> </a:t>
            </a:r>
            <a:r>
              <a:rPr sz="2100" b="1" dirty="0">
                <a:solidFill>
                  <a:srgbClr val="FFFFFF"/>
                </a:solidFill>
                <a:latin typeface="Times New Roman" panose="02020603050405020304"/>
                <a:cs typeface="Times New Roman" panose="02020603050405020304"/>
              </a:rPr>
              <a:t>CHANDANA</a:t>
            </a:r>
            <a:r>
              <a:rPr sz="2100" b="1" spc="-70" dirty="0">
                <a:solidFill>
                  <a:srgbClr val="FFFFFF"/>
                </a:solidFill>
                <a:latin typeface="Times New Roman" panose="02020603050405020304"/>
                <a:cs typeface="Times New Roman" panose="02020603050405020304"/>
              </a:rPr>
              <a:t> </a:t>
            </a:r>
            <a:r>
              <a:rPr sz="2100" b="1" spc="-40" dirty="0">
                <a:solidFill>
                  <a:srgbClr val="FFFFFF"/>
                </a:solidFill>
                <a:latin typeface="Times New Roman" panose="02020603050405020304"/>
                <a:cs typeface="Times New Roman" panose="02020603050405020304"/>
              </a:rPr>
              <a:t>PRIYA-</a:t>
            </a:r>
            <a:r>
              <a:rPr sz="2100" b="1" spc="-10" dirty="0">
                <a:solidFill>
                  <a:srgbClr val="FFFFFF"/>
                </a:solidFill>
                <a:latin typeface="Times New Roman" panose="02020603050405020304"/>
                <a:cs typeface="Times New Roman" panose="02020603050405020304"/>
              </a:rPr>
              <a:t>21BCE9235</a:t>
            </a:r>
            <a:endParaRPr sz="2100">
              <a:latin typeface="Times New Roman" panose="02020603050405020304"/>
              <a:cs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2132" y="1349790"/>
            <a:ext cx="2117725" cy="488315"/>
          </a:xfrm>
          <a:prstGeom prst="rect">
            <a:avLst/>
          </a:prstGeom>
        </p:spPr>
        <p:txBody>
          <a:bodyPr vert="horz" wrap="square" lIns="0" tIns="17145" rIns="0" bIns="0" rtlCol="0">
            <a:spAutoFit/>
          </a:bodyPr>
          <a:lstStyle/>
          <a:p>
            <a:pPr marL="12700">
              <a:lnSpc>
                <a:spcPct val="100000"/>
              </a:lnSpc>
              <a:spcBef>
                <a:spcPts val="135"/>
              </a:spcBef>
            </a:pPr>
            <a:r>
              <a:rPr sz="3000" spc="-10" dirty="0"/>
              <a:t>Introduction</a:t>
            </a:r>
            <a:endParaRPr sz="3000"/>
          </a:p>
        </p:txBody>
      </p:sp>
      <p:sp>
        <p:nvSpPr>
          <p:cNvPr id="3" name="object 3"/>
          <p:cNvSpPr txBox="1"/>
          <p:nvPr/>
        </p:nvSpPr>
        <p:spPr>
          <a:xfrm>
            <a:off x="491694" y="2384590"/>
            <a:ext cx="5808345" cy="4267835"/>
          </a:xfrm>
          <a:prstGeom prst="rect">
            <a:avLst/>
          </a:prstGeom>
        </p:spPr>
        <p:txBody>
          <a:bodyPr vert="horz" wrap="square" lIns="0" tIns="10160" rIns="0" bIns="0" rtlCol="0">
            <a:spAutoFit/>
          </a:bodyPr>
          <a:lstStyle/>
          <a:p>
            <a:pPr marL="12700" marR="354965" indent="123825" algn="just">
              <a:lnSpc>
                <a:spcPct val="102000"/>
              </a:lnSpc>
              <a:spcBef>
                <a:spcPts val="80"/>
              </a:spcBef>
              <a:buChar char="•"/>
              <a:tabLst>
                <a:tab pos="136525" algn="l"/>
              </a:tabLst>
            </a:pPr>
            <a:r>
              <a:rPr sz="1600" dirty="0">
                <a:solidFill>
                  <a:srgbClr val="FFFFFF"/>
                </a:solidFill>
                <a:latin typeface="Times New Roman" panose="02020603050405020304"/>
                <a:cs typeface="Times New Roman" panose="02020603050405020304"/>
              </a:rPr>
              <a:t>GEN</a:t>
            </a:r>
            <a:r>
              <a:rPr sz="1600" spc="-50"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AI-Powered</a:t>
            </a:r>
            <a:r>
              <a:rPr sz="1600" spc="8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Smart</a:t>
            </a:r>
            <a:r>
              <a:rPr sz="1600" spc="8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Interview</a:t>
            </a:r>
            <a:r>
              <a:rPr sz="1600" spc="80"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Coach</a:t>
            </a:r>
            <a:r>
              <a:rPr sz="1600" spc="6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System:</a:t>
            </a:r>
            <a:r>
              <a:rPr sz="1600" spc="1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An</a:t>
            </a:r>
            <a:r>
              <a:rPr sz="1600" spc="65" dirty="0">
                <a:solidFill>
                  <a:srgbClr val="FFFFFF"/>
                </a:solidFill>
                <a:latin typeface="Times New Roman" panose="02020603050405020304"/>
                <a:cs typeface="Times New Roman" panose="02020603050405020304"/>
              </a:rPr>
              <a:t> </a:t>
            </a:r>
            <a:r>
              <a:rPr sz="1600" spc="-10" dirty="0">
                <a:solidFill>
                  <a:srgbClr val="FFFFFF"/>
                </a:solidFill>
                <a:latin typeface="Times New Roman" panose="02020603050405020304"/>
                <a:cs typeface="Times New Roman" panose="02020603050405020304"/>
              </a:rPr>
              <a:t>advanced </a:t>
            </a:r>
            <a:r>
              <a:rPr sz="1600" dirty="0">
                <a:solidFill>
                  <a:srgbClr val="FFFFFF"/>
                </a:solidFill>
                <a:latin typeface="Times New Roman" panose="02020603050405020304"/>
                <a:cs typeface="Times New Roman" panose="02020603050405020304"/>
              </a:rPr>
              <a:t>digital</a:t>
            </a:r>
            <a:r>
              <a:rPr sz="1600" spc="40"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tool</a:t>
            </a:r>
            <a:r>
              <a:rPr sz="1600" spc="4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that</a:t>
            </a:r>
            <a:r>
              <a:rPr sz="1600" spc="40"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combines</a:t>
            </a:r>
            <a:r>
              <a:rPr sz="1600" spc="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AI</a:t>
            </a:r>
            <a:r>
              <a:rPr sz="1600" spc="3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and</a:t>
            </a:r>
            <a:r>
              <a:rPr sz="1600" spc="7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machine</a:t>
            </a:r>
            <a:r>
              <a:rPr sz="1600" spc="100"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learning</a:t>
            </a:r>
            <a:r>
              <a:rPr sz="1600" spc="5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techniques</a:t>
            </a:r>
            <a:r>
              <a:rPr sz="1600" spc="75" dirty="0">
                <a:solidFill>
                  <a:srgbClr val="FFFFFF"/>
                </a:solidFill>
                <a:latin typeface="Times New Roman" panose="02020603050405020304"/>
                <a:cs typeface="Times New Roman" panose="02020603050405020304"/>
              </a:rPr>
              <a:t> </a:t>
            </a:r>
            <a:r>
              <a:rPr sz="1600" spc="-25" dirty="0">
                <a:solidFill>
                  <a:srgbClr val="FFFFFF"/>
                </a:solidFill>
                <a:latin typeface="Times New Roman" panose="02020603050405020304"/>
                <a:cs typeface="Times New Roman" panose="02020603050405020304"/>
              </a:rPr>
              <a:t>to </a:t>
            </a:r>
            <a:r>
              <a:rPr sz="1600" dirty="0">
                <a:solidFill>
                  <a:srgbClr val="FFFFFF"/>
                </a:solidFill>
                <a:latin typeface="Times New Roman" panose="02020603050405020304"/>
                <a:cs typeface="Times New Roman" panose="02020603050405020304"/>
              </a:rPr>
              <a:t>provide</a:t>
            </a:r>
            <a:r>
              <a:rPr sz="1600" spc="50"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in-depth</a:t>
            </a:r>
            <a:r>
              <a:rPr sz="1600" spc="6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analysis</a:t>
            </a:r>
            <a:r>
              <a:rPr sz="1600" spc="80"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of</a:t>
            </a:r>
            <a:r>
              <a:rPr sz="1600" spc="5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candidate</a:t>
            </a:r>
            <a:r>
              <a:rPr sz="1600" spc="9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profiles</a:t>
            </a:r>
            <a:r>
              <a:rPr sz="1600" spc="6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and</a:t>
            </a:r>
            <a:r>
              <a:rPr sz="1600" spc="40" dirty="0">
                <a:solidFill>
                  <a:srgbClr val="FFFFFF"/>
                </a:solidFill>
                <a:latin typeface="Times New Roman" panose="02020603050405020304"/>
                <a:cs typeface="Times New Roman" panose="02020603050405020304"/>
              </a:rPr>
              <a:t> </a:t>
            </a:r>
            <a:r>
              <a:rPr sz="1600" spc="-10" dirty="0">
                <a:solidFill>
                  <a:srgbClr val="FFFFFF"/>
                </a:solidFill>
                <a:latin typeface="Times New Roman" panose="02020603050405020304"/>
                <a:cs typeface="Times New Roman" panose="02020603050405020304"/>
              </a:rPr>
              <a:t>interviews.</a:t>
            </a:r>
            <a:endParaRPr sz="1600">
              <a:latin typeface="Times New Roman" panose="02020603050405020304"/>
              <a:cs typeface="Times New Roman" panose="02020603050405020304"/>
            </a:endParaRPr>
          </a:p>
          <a:p>
            <a:pPr indent="0">
              <a:lnSpc>
                <a:spcPct val="100000"/>
              </a:lnSpc>
              <a:buClr>
                <a:srgbClr val="FFFFFF"/>
              </a:buClr>
              <a:buFont typeface="Times New Roman" panose="02020603050405020304"/>
              <a:buNone/>
            </a:pPr>
            <a:endParaRPr sz="1600">
              <a:latin typeface="Times New Roman" panose="02020603050405020304"/>
              <a:cs typeface="Times New Roman" panose="02020603050405020304"/>
            </a:endParaRPr>
          </a:p>
          <a:p>
            <a:pPr marL="12700" marR="5080" indent="123825">
              <a:lnSpc>
                <a:spcPct val="102000"/>
              </a:lnSpc>
              <a:buChar char="•"/>
              <a:tabLst>
                <a:tab pos="136525" algn="l"/>
              </a:tabLst>
            </a:pPr>
            <a:r>
              <a:rPr sz="1600" dirty="0">
                <a:solidFill>
                  <a:srgbClr val="FFFFFF"/>
                </a:solidFill>
                <a:latin typeface="Times New Roman" panose="02020603050405020304"/>
                <a:cs typeface="Times New Roman" panose="02020603050405020304"/>
              </a:rPr>
              <a:t>Enhancing</a:t>
            </a:r>
            <a:r>
              <a:rPr sz="1600" spc="80"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Resume</a:t>
            </a:r>
            <a:r>
              <a:rPr sz="1600" spc="20"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Analysis,</a:t>
            </a:r>
            <a:r>
              <a:rPr sz="1600" spc="10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Interview</a:t>
            </a:r>
            <a:r>
              <a:rPr sz="1600" spc="100"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Preparation,</a:t>
            </a:r>
            <a:r>
              <a:rPr sz="1600" spc="8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and</a:t>
            </a:r>
            <a:r>
              <a:rPr sz="1600" spc="65" dirty="0">
                <a:solidFill>
                  <a:srgbClr val="FFFFFF"/>
                </a:solidFill>
                <a:latin typeface="Times New Roman" panose="02020603050405020304"/>
                <a:cs typeface="Times New Roman" panose="02020603050405020304"/>
              </a:rPr>
              <a:t> </a:t>
            </a:r>
            <a:r>
              <a:rPr sz="1600" spc="-20" dirty="0">
                <a:solidFill>
                  <a:srgbClr val="FFFFFF"/>
                </a:solidFill>
                <a:latin typeface="Times New Roman" panose="02020603050405020304"/>
                <a:cs typeface="Times New Roman" panose="02020603050405020304"/>
              </a:rPr>
              <a:t>Mock </a:t>
            </a:r>
            <a:r>
              <a:rPr sz="1600" dirty="0">
                <a:solidFill>
                  <a:srgbClr val="FFFFFF"/>
                </a:solidFill>
                <a:latin typeface="Times New Roman" panose="02020603050405020304"/>
                <a:cs typeface="Times New Roman" panose="02020603050405020304"/>
              </a:rPr>
              <a:t>Interviews</a:t>
            </a:r>
            <a:r>
              <a:rPr sz="1600" spc="9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with</a:t>
            </a:r>
            <a:r>
              <a:rPr sz="1600" spc="-60"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AI</a:t>
            </a:r>
            <a:r>
              <a:rPr sz="1600" spc="50"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Utilizes</a:t>
            </a:r>
            <a:r>
              <a:rPr sz="1600" spc="-4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AI-driven</a:t>
            </a:r>
            <a:r>
              <a:rPr sz="1600" spc="60"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insights</a:t>
            </a:r>
            <a:r>
              <a:rPr sz="1600" spc="40"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to</a:t>
            </a:r>
            <a:r>
              <a:rPr sz="1600" spc="4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optimize</a:t>
            </a:r>
            <a:r>
              <a:rPr sz="1600" spc="90" dirty="0">
                <a:solidFill>
                  <a:srgbClr val="FFFFFF"/>
                </a:solidFill>
                <a:latin typeface="Times New Roman" panose="02020603050405020304"/>
                <a:cs typeface="Times New Roman" panose="02020603050405020304"/>
              </a:rPr>
              <a:t> </a:t>
            </a:r>
            <a:r>
              <a:rPr sz="1600" spc="-10" dirty="0">
                <a:solidFill>
                  <a:srgbClr val="FFFFFF"/>
                </a:solidFill>
                <a:latin typeface="Times New Roman" panose="02020603050405020304"/>
                <a:cs typeface="Times New Roman" panose="02020603050405020304"/>
              </a:rPr>
              <a:t>resume </a:t>
            </a:r>
            <a:r>
              <a:rPr sz="1600" dirty="0">
                <a:solidFill>
                  <a:srgbClr val="FFFFFF"/>
                </a:solidFill>
                <a:latin typeface="Times New Roman" panose="02020603050405020304"/>
                <a:cs typeface="Times New Roman" panose="02020603050405020304"/>
              </a:rPr>
              <a:t>evaluations,</a:t>
            </a:r>
            <a:r>
              <a:rPr sz="1600" spc="7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tailor</a:t>
            </a:r>
            <a:r>
              <a:rPr sz="1600" spc="3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interview</a:t>
            </a:r>
            <a:r>
              <a:rPr sz="1600" spc="60"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preparations,</a:t>
            </a:r>
            <a:r>
              <a:rPr sz="1600" spc="9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and</a:t>
            </a:r>
            <a:r>
              <a:rPr sz="1600" spc="5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simulate</a:t>
            </a:r>
            <a:r>
              <a:rPr sz="1600" spc="90"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realistic</a:t>
            </a:r>
            <a:r>
              <a:rPr sz="1600" spc="65" dirty="0">
                <a:solidFill>
                  <a:srgbClr val="FFFFFF"/>
                </a:solidFill>
                <a:latin typeface="Times New Roman" panose="02020603050405020304"/>
                <a:cs typeface="Times New Roman" panose="02020603050405020304"/>
              </a:rPr>
              <a:t> </a:t>
            </a:r>
            <a:r>
              <a:rPr sz="1600" spc="-20" dirty="0">
                <a:solidFill>
                  <a:srgbClr val="FFFFFF"/>
                </a:solidFill>
                <a:latin typeface="Times New Roman" panose="02020603050405020304"/>
                <a:cs typeface="Times New Roman" panose="02020603050405020304"/>
              </a:rPr>
              <a:t>mock </a:t>
            </a:r>
            <a:r>
              <a:rPr sz="1600" dirty="0">
                <a:solidFill>
                  <a:srgbClr val="FFFFFF"/>
                </a:solidFill>
                <a:latin typeface="Times New Roman" panose="02020603050405020304"/>
                <a:cs typeface="Times New Roman" panose="02020603050405020304"/>
              </a:rPr>
              <a:t>interviews</a:t>
            </a:r>
            <a:r>
              <a:rPr sz="1600" spc="70"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for</a:t>
            </a:r>
            <a:r>
              <a:rPr sz="1600" spc="3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better</a:t>
            </a:r>
            <a:r>
              <a:rPr sz="1600" spc="70"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candidate</a:t>
            </a:r>
            <a:r>
              <a:rPr sz="1600" spc="60" dirty="0">
                <a:solidFill>
                  <a:srgbClr val="FFFFFF"/>
                </a:solidFill>
                <a:latin typeface="Times New Roman" panose="02020603050405020304"/>
                <a:cs typeface="Times New Roman" panose="02020603050405020304"/>
              </a:rPr>
              <a:t> </a:t>
            </a:r>
            <a:r>
              <a:rPr sz="1600" spc="-10" dirty="0">
                <a:solidFill>
                  <a:srgbClr val="FFFFFF"/>
                </a:solidFill>
                <a:latin typeface="Times New Roman" panose="02020603050405020304"/>
                <a:cs typeface="Times New Roman" panose="02020603050405020304"/>
              </a:rPr>
              <a:t>readiness.</a:t>
            </a:r>
            <a:endParaRPr sz="1600" spc="-10" dirty="0">
              <a:solidFill>
                <a:srgbClr val="FFFFFF"/>
              </a:solidFill>
              <a:latin typeface="Times New Roman" panose="02020603050405020304"/>
              <a:cs typeface="Times New Roman" panose="02020603050405020304"/>
            </a:endParaRPr>
          </a:p>
          <a:p>
            <a:pPr marL="12700" marR="5080" indent="123825">
              <a:lnSpc>
                <a:spcPct val="102000"/>
              </a:lnSpc>
              <a:buChar char="•"/>
              <a:tabLst>
                <a:tab pos="136525" algn="l"/>
              </a:tabLst>
            </a:pPr>
            <a:endParaRPr sz="1600">
              <a:latin typeface="Times New Roman" panose="02020603050405020304"/>
              <a:cs typeface="Times New Roman" panose="02020603050405020304"/>
            </a:endParaRPr>
          </a:p>
          <a:p>
            <a:pPr marL="12700" marR="5080" indent="123825">
              <a:lnSpc>
                <a:spcPct val="102000"/>
              </a:lnSpc>
              <a:buChar char="•"/>
              <a:tabLst>
                <a:tab pos="136525" algn="l"/>
              </a:tabLst>
            </a:pPr>
            <a:r>
              <a:rPr lang="en-US" altLang="en-US" sz="1600">
                <a:solidFill>
                  <a:schemeClr val="bg1"/>
                </a:solidFill>
                <a:latin typeface="Times New Roman" panose="02020603050405020304"/>
                <a:cs typeface="Times New Roman" panose="02020603050405020304"/>
              </a:rPr>
              <a:t>Our project, Smart Interview Coach using Gen AI, is an intelligent and accessible platform designed to enhance interview preparation using Generative AI and Machine Learning. It analyzes resumes to generate customized, domain-specific interview questions and conducts AI-powered mock interviews via speech or text. With real-time feedback on response quality and personalized improvement tips, the system helps candidates build confidence, identify skill gaps, and track progress </a:t>
            </a:r>
            <a:r>
              <a:rPr lang="en-IN" altLang="en-US" sz="1600">
                <a:solidFill>
                  <a:schemeClr val="bg1"/>
                </a:solidFill>
                <a:latin typeface="Times New Roman" panose="02020603050405020304"/>
                <a:cs typeface="Times New Roman" panose="02020603050405020304"/>
              </a:rPr>
              <a:t>.</a:t>
            </a:r>
            <a:endParaRPr lang="en-IN" altLang="en-US" sz="1600">
              <a:solidFill>
                <a:schemeClr val="bg1"/>
              </a:solidFill>
              <a:latin typeface="Times New Roman" panose="02020603050405020304"/>
              <a:cs typeface="Times New Roman" panose="02020603050405020304"/>
            </a:endParaRPr>
          </a:p>
        </p:txBody>
      </p:sp>
      <p:pic>
        <p:nvPicPr>
          <p:cNvPr id="4" name="object 4"/>
          <p:cNvPicPr/>
          <p:nvPr/>
        </p:nvPicPr>
        <p:blipFill>
          <a:blip r:embed="rId1" cstate="print"/>
          <a:stretch>
            <a:fillRect/>
          </a:stretch>
        </p:blipFill>
        <p:spPr>
          <a:xfrm>
            <a:off x="6761988" y="772668"/>
            <a:ext cx="3930396" cy="601370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76230" y="1358857"/>
            <a:ext cx="4215130" cy="430530"/>
          </a:xfrm>
        </p:spPr>
        <p:txBody>
          <a:bodyPr/>
          <a:p>
            <a:r>
              <a:rPr lang="en-IN" altLang="en-US"/>
              <a:t>              </a:t>
            </a:r>
            <a:r>
              <a:rPr lang="en-IN" altLang="en-US" sz="2800"/>
              <a:t>Problem Statement</a:t>
            </a:r>
            <a:endParaRPr lang="en-IN" altLang="en-US" sz="2800"/>
          </a:p>
        </p:txBody>
      </p:sp>
      <p:sp>
        <p:nvSpPr>
          <p:cNvPr id="3" name="Text Placeholder 2"/>
          <p:cNvSpPr>
            <a:spLocks noGrp="1"/>
          </p:cNvSpPr>
          <p:nvPr>
            <p:ph type="body" idx="1"/>
          </p:nvPr>
        </p:nvSpPr>
        <p:spPr>
          <a:xfrm>
            <a:off x="1038860" y="2477770"/>
            <a:ext cx="7242810" cy="3601085"/>
          </a:xfrm>
        </p:spPr>
        <p:txBody>
          <a:bodyPr wrap="square"/>
          <a:p>
            <a:r>
              <a:rPr lang="en-US" altLang="en-US" sz="1800"/>
              <a:t>Job seekers often struggle with interview preparation due to lack of personalized coaching.</a:t>
            </a:r>
            <a:endParaRPr lang="en-US" altLang="en-US" sz="1800"/>
          </a:p>
          <a:p>
            <a:endParaRPr lang="en-US" altLang="en-US" sz="1800"/>
          </a:p>
          <a:p>
            <a:r>
              <a:rPr lang="en-US" altLang="en-US" sz="1800"/>
              <a:t>Professional interview coaching services are expensive and inaccessible to many.</a:t>
            </a:r>
            <a:endParaRPr lang="en-US" altLang="en-US" sz="1800"/>
          </a:p>
          <a:p>
            <a:endParaRPr lang="en-US" altLang="en-US" sz="1800"/>
          </a:p>
          <a:p>
            <a:r>
              <a:rPr lang="en-US" altLang="en-US" sz="1800"/>
              <a:t>Generic question sets and mock interviews fail to address individual candidate needs.</a:t>
            </a:r>
            <a:endParaRPr lang="en-US" altLang="en-US" sz="1800"/>
          </a:p>
          <a:p>
            <a:endParaRPr lang="en-US" altLang="en-US" sz="1800"/>
          </a:p>
          <a:p>
            <a:r>
              <a:rPr lang="en-US" altLang="en-US" sz="1800"/>
              <a:t>There's no real-time, adaptive feedback mechanism in traditional preparation methods.</a:t>
            </a:r>
            <a:endParaRPr lang="en-US" altLang="en-US" sz="1800"/>
          </a:p>
          <a:p>
            <a:endParaRPr lang="en-US" altLang="en-US" sz="1800"/>
          </a:p>
          <a:p>
            <a:r>
              <a:rPr lang="en-US" altLang="en-US" sz="1800"/>
              <a:t>Candidates lack a realistic, risk-free environment to practice and improve.</a:t>
            </a:r>
            <a:endParaRPr lang="en-US" altLang="en-US"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62480" y="1633204"/>
            <a:ext cx="5763260" cy="345440"/>
          </a:xfrm>
          <a:prstGeom prst="rect">
            <a:avLst/>
          </a:prstGeom>
        </p:spPr>
        <p:txBody>
          <a:bodyPr vert="horz" wrap="square" lIns="0" tIns="12700" rIns="0" bIns="0" rtlCol="0">
            <a:spAutoFit/>
          </a:bodyPr>
          <a:lstStyle/>
          <a:p>
            <a:pPr marL="12700">
              <a:lnSpc>
                <a:spcPct val="100000"/>
              </a:lnSpc>
              <a:spcBef>
                <a:spcPts val="100"/>
              </a:spcBef>
            </a:pPr>
            <a:r>
              <a:rPr sz="2100" b="0" dirty="0">
                <a:latin typeface="Times New Roman" panose="02020603050405020304"/>
                <a:cs typeface="Times New Roman" panose="02020603050405020304"/>
              </a:rPr>
              <a:t>GEN</a:t>
            </a:r>
            <a:r>
              <a:rPr sz="2100" b="0" spc="-135" dirty="0">
                <a:latin typeface="Times New Roman" panose="02020603050405020304"/>
                <a:cs typeface="Times New Roman" panose="02020603050405020304"/>
              </a:rPr>
              <a:t> </a:t>
            </a:r>
            <a:r>
              <a:rPr sz="2100" b="0" dirty="0">
                <a:latin typeface="Times New Roman" panose="02020603050405020304"/>
                <a:cs typeface="Times New Roman" panose="02020603050405020304"/>
              </a:rPr>
              <a:t>AI</a:t>
            </a:r>
            <a:r>
              <a:rPr sz="2100" b="0" spc="-60" dirty="0">
                <a:latin typeface="Times New Roman" panose="02020603050405020304"/>
                <a:cs typeface="Times New Roman" panose="02020603050405020304"/>
              </a:rPr>
              <a:t> </a:t>
            </a:r>
            <a:r>
              <a:rPr sz="2100" b="0" dirty="0">
                <a:latin typeface="Times New Roman" panose="02020603050405020304"/>
                <a:cs typeface="Times New Roman" panose="02020603050405020304"/>
              </a:rPr>
              <a:t>POWERED</a:t>
            </a:r>
            <a:r>
              <a:rPr sz="2100" b="0" spc="-35" dirty="0">
                <a:latin typeface="Times New Roman" panose="02020603050405020304"/>
                <a:cs typeface="Times New Roman" panose="02020603050405020304"/>
              </a:rPr>
              <a:t> </a:t>
            </a:r>
            <a:r>
              <a:rPr sz="2100" b="0" spc="-10" dirty="0">
                <a:latin typeface="Times New Roman" panose="02020603050405020304"/>
                <a:cs typeface="Times New Roman" panose="02020603050405020304"/>
              </a:rPr>
              <a:t>SMART</a:t>
            </a:r>
            <a:r>
              <a:rPr sz="2100" b="0" spc="-65" dirty="0">
                <a:latin typeface="Times New Roman" panose="02020603050405020304"/>
                <a:cs typeface="Times New Roman" panose="02020603050405020304"/>
              </a:rPr>
              <a:t> </a:t>
            </a:r>
            <a:r>
              <a:rPr sz="2100" b="0" spc="-20" dirty="0">
                <a:latin typeface="Times New Roman" panose="02020603050405020304"/>
                <a:cs typeface="Times New Roman" panose="02020603050405020304"/>
              </a:rPr>
              <a:t>INTERVIEW</a:t>
            </a:r>
            <a:r>
              <a:rPr sz="2100" b="0" spc="-55" dirty="0">
                <a:latin typeface="Times New Roman" panose="02020603050405020304"/>
                <a:cs typeface="Times New Roman" panose="02020603050405020304"/>
              </a:rPr>
              <a:t> </a:t>
            </a:r>
            <a:r>
              <a:rPr sz="2100" b="0" spc="-10" dirty="0">
                <a:latin typeface="Times New Roman" panose="02020603050405020304"/>
                <a:cs typeface="Times New Roman" panose="02020603050405020304"/>
              </a:rPr>
              <a:t>COACH</a:t>
            </a:r>
            <a:endParaRPr sz="2100">
              <a:latin typeface="Times New Roman" panose="02020603050405020304"/>
              <a:cs typeface="Times New Roman" panose="02020603050405020304"/>
            </a:endParaRPr>
          </a:p>
        </p:txBody>
      </p:sp>
      <p:sp>
        <p:nvSpPr>
          <p:cNvPr id="3" name="object 3"/>
          <p:cNvSpPr txBox="1"/>
          <p:nvPr/>
        </p:nvSpPr>
        <p:spPr>
          <a:xfrm>
            <a:off x="1654561" y="3120626"/>
            <a:ext cx="4890770" cy="2017395"/>
          </a:xfrm>
          <a:prstGeom prst="rect">
            <a:avLst/>
          </a:prstGeom>
        </p:spPr>
        <p:txBody>
          <a:bodyPr vert="horz" wrap="square" lIns="0" tIns="12700" rIns="0" bIns="0" rtlCol="0">
            <a:spAutoFit/>
          </a:bodyPr>
          <a:lstStyle/>
          <a:p>
            <a:pPr marL="323215" indent="-266700">
              <a:lnSpc>
                <a:spcPct val="100000"/>
              </a:lnSpc>
              <a:spcBef>
                <a:spcPts val="100"/>
              </a:spcBef>
              <a:buAutoNum type="arabicPeriod"/>
              <a:tabLst>
                <a:tab pos="323215" algn="l"/>
              </a:tabLst>
            </a:pPr>
            <a:r>
              <a:rPr sz="2100" spc="-10" dirty="0">
                <a:solidFill>
                  <a:srgbClr val="FFFFFF"/>
                </a:solidFill>
                <a:latin typeface="Times New Roman" panose="02020603050405020304"/>
                <a:cs typeface="Times New Roman" panose="02020603050405020304"/>
              </a:rPr>
              <a:t>RESUME</a:t>
            </a:r>
            <a:r>
              <a:rPr sz="2100" spc="-110" dirty="0">
                <a:solidFill>
                  <a:srgbClr val="FFFFFF"/>
                </a:solidFill>
                <a:latin typeface="Times New Roman" panose="02020603050405020304"/>
                <a:cs typeface="Times New Roman" panose="02020603050405020304"/>
              </a:rPr>
              <a:t> </a:t>
            </a:r>
            <a:r>
              <a:rPr sz="2100" spc="-30" dirty="0">
                <a:solidFill>
                  <a:srgbClr val="FFFFFF"/>
                </a:solidFill>
                <a:latin typeface="Times New Roman" panose="02020603050405020304"/>
                <a:cs typeface="Times New Roman" panose="02020603050405020304"/>
              </a:rPr>
              <a:t>ANALYSIS</a:t>
            </a:r>
            <a:r>
              <a:rPr sz="2100" spc="-55" dirty="0">
                <a:solidFill>
                  <a:srgbClr val="FFFFFF"/>
                </a:solidFill>
                <a:latin typeface="Times New Roman" panose="02020603050405020304"/>
                <a:cs typeface="Times New Roman" panose="02020603050405020304"/>
              </a:rPr>
              <a:t> </a:t>
            </a:r>
            <a:r>
              <a:rPr sz="2100" dirty="0">
                <a:solidFill>
                  <a:srgbClr val="FFFFFF"/>
                </a:solidFill>
                <a:latin typeface="Times New Roman" panose="02020603050405020304"/>
                <a:cs typeface="Times New Roman" panose="02020603050405020304"/>
              </a:rPr>
              <a:t>AND</a:t>
            </a:r>
            <a:r>
              <a:rPr sz="2100" spc="15" dirty="0">
                <a:solidFill>
                  <a:srgbClr val="FFFFFF"/>
                </a:solidFill>
                <a:latin typeface="Times New Roman" panose="02020603050405020304"/>
                <a:cs typeface="Times New Roman" panose="02020603050405020304"/>
              </a:rPr>
              <a:t> </a:t>
            </a:r>
            <a:r>
              <a:rPr sz="2100" spc="-10" dirty="0">
                <a:solidFill>
                  <a:srgbClr val="FFFFFF"/>
                </a:solidFill>
                <a:latin typeface="Times New Roman" panose="02020603050405020304"/>
                <a:cs typeface="Times New Roman" panose="02020603050405020304"/>
              </a:rPr>
              <a:t>OPTIMIZER</a:t>
            </a:r>
            <a:endParaRPr sz="2100">
              <a:latin typeface="Times New Roman" panose="02020603050405020304"/>
              <a:cs typeface="Times New Roman" panose="02020603050405020304"/>
            </a:endParaRPr>
          </a:p>
          <a:p>
            <a:pPr>
              <a:lnSpc>
                <a:spcPct val="100000"/>
              </a:lnSpc>
              <a:spcBef>
                <a:spcPts val="1650"/>
              </a:spcBef>
              <a:buClr>
                <a:srgbClr val="FFFFFF"/>
              </a:buClr>
              <a:buFont typeface="Times New Roman" panose="02020603050405020304"/>
              <a:buAutoNum type="arabicPeriod"/>
            </a:pPr>
            <a:endParaRPr sz="2100">
              <a:latin typeface="Times New Roman" panose="02020603050405020304"/>
              <a:cs typeface="Times New Roman" panose="02020603050405020304"/>
            </a:endParaRPr>
          </a:p>
          <a:p>
            <a:pPr marL="279400" indent="-266700">
              <a:lnSpc>
                <a:spcPct val="100000"/>
              </a:lnSpc>
              <a:buAutoNum type="arabicPeriod"/>
              <a:tabLst>
                <a:tab pos="279400" algn="l"/>
                <a:tab pos="3727450" algn="l"/>
              </a:tabLst>
            </a:pPr>
            <a:r>
              <a:rPr sz="2100" spc="-20" dirty="0">
                <a:solidFill>
                  <a:srgbClr val="FFFFFF"/>
                </a:solidFill>
                <a:latin typeface="Times New Roman" panose="02020603050405020304"/>
                <a:cs typeface="Times New Roman" panose="02020603050405020304"/>
              </a:rPr>
              <a:t>INTERVIEW</a:t>
            </a:r>
            <a:r>
              <a:rPr sz="2100" spc="-75" dirty="0">
                <a:solidFill>
                  <a:srgbClr val="FFFFFF"/>
                </a:solidFill>
                <a:latin typeface="Times New Roman" panose="02020603050405020304"/>
                <a:cs typeface="Times New Roman" panose="02020603050405020304"/>
              </a:rPr>
              <a:t> </a:t>
            </a:r>
            <a:r>
              <a:rPr sz="2100" spc="-10" dirty="0">
                <a:solidFill>
                  <a:srgbClr val="FFFFFF"/>
                </a:solidFill>
                <a:latin typeface="Times New Roman" panose="02020603050405020304"/>
                <a:cs typeface="Times New Roman" panose="02020603050405020304"/>
              </a:rPr>
              <a:t>PREPARATION</a:t>
            </a:r>
            <a:r>
              <a:rPr sz="2100" dirty="0">
                <a:solidFill>
                  <a:srgbClr val="FFFFFF"/>
                </a:solidFill>
                <a:latin typeface="Times New Roman" panose="02020603050405020304"/>
                <a:cs typeface="Times New Roman" panose="02020603050405020304"/>
              </a:rPr>
              <a:t>	</a:t>
            </a:r>
            <a:r>
              <a:rPr sz="2100" spc="-10" dirty="0">
                <a:solidFill>
                  <a:srgbClr val="FFFFFF"/>
                </a:solidFill>
                <a:latin typeface="Times New Roman" panose="02020603050405020304"/>
                <a:cs typeface="Times New Roman" panose="02020603050405020304"/>
              </a:rPr>
              <a:t>GUIDE</a:t>
            </a:r>
            <a:endParaRPr sz="2100">
              <a:latin typeface="Times New Roman" panose="02020603050405020304"/>
              <a:cs typeface="Times New Roman" panose="02020603050405020304"/>
            </a:endParaRPr>
          </a:p>
          <a:p>
            <a:pPr>
              <a:lnSpc>
                <a:spcPct val="100000"/>
              </a:lnSpc>
              <a:spcBef>
                <a:spcPts val="1640"/>
              </a:spcBef>
              <a:buClr>
                <a:srgbClr val="FFFFFF"/>
              </a:buClr>
              <a:buFont typeface="Times New Roman" panose="02020603050405020304"/>
              <a:buAutoNum type="arabicPeriod"/>
            </a:pPr>
            <a:endParaRPr sz="2100">
              <a:latin typeface="Times New Roman" panose="02020603050405020304"/>
              <a:cs typeface="Times New Roman" panose="02020603050405020304"/>
            </a:endParaRPr>
          </a:p>
          <a:p>
            <a:pPr marL="279400" indent="-266700">
              <a:lnSpc>
                <a:spcPct val="100000"/>
              </a:lnSpc>
              <a:spcBef>
                <a:spcPts val="5"/>
              </a:spcBef>
              <a:buAutoNum type="arabicPeriod"/>
              <a:tabLst>
                <a:tab pos="279400" algn="l"/>
              </a:tabLst>
            </a:pPr>
            <a:r>
              <a:rPr sz="2100" dirty="0">
                <a:solidFill>
                  <a:srgbClr val="FFFFFF"/>
                </a:solidFill>
                <a:latin typeface="Times New Roman" panose="02020603050405020304"/>
                <a:cs typeface="Times New Roman" panose="02020603050405020304"/>
              </a:rPr>
              <a:t>MOCK</a:t>
            </a:r>
            <a:r>
              <a:rPr sz="2100" spc="40" dirty="0">
                <a:solidFill>
                  <a:srgbClr val="FFFFFF"/>
                </a:solidFill>
                <a:latin typeface="Times New Roman" panose="02020603050405020304"/>
                <a:cs typeface="Times New Roman" panose="02020603050405020304"/>
              </a:rPr>
              <a:t> </a:t>
            </a:r>
            <a:r>
              <a:rPr sz="2100" spc="-35" dirty="0">
                <a:solidFill>
                  <a:srgbClr val="FFFFFF"/>
                </a:solidFill>
                <a:latin typeface="Times New Roman" panose="02020603050405020304"/>
                <a:cs typeface="Times New Roman" panose="02020603050405020304"/>
              </a:rPr>
              <a:t>INTERVIEW</a:t>
            </a:r>
            <a:r>
              <a:rPr sz="2100" spc="-90" dirty="0">
                <a:solidFill>
                  <a:srgbClr val="FFFFFF"/>
                </a:solidFill>
                <a:latin typeface="Times New Roman" panose="02020603050405020304"/>
                <a:cs typeface="Times New Roman" panose="02020603050405020304"/>
              </a:rPr>
              <a:t> </a:t>
            </a:r>
            <a:r>
              <a:rPr sz="2100" spc="-10" dirty="0">
                <a:solidFill>
                  <a:srgbClr val="FFFFFF"/>
                </a:solidFill>
                <a:latin typeface="Times New Roman" panose="02020603050405020304"/>
                <a:cs typeface="Times New Roman" panose="02020603050405020304"/>
              </a:rPr>
              <a:t>ASSESSMENT</a:t>
            </a:r>
            <a:endParaRPr sz="2100">
              <a:latin typeface="Times New Roman" panose="02020603050405020304"/>
              <a:cs typeface="Times New Roman" panose="02020603050405020304"/>
            </a:endParaRPr>
          </a:p>
        </p:txBody>
      </p:sp>
      <p:pic>
        <p:nvPicPr>
          <p:cNvPr id="4" name="object 4"/>
          <p:cNvPicPr/>
          <p:nvPr/>
        </p:nvPicPr>
        <p:blipFill>
          <a:blip r:embed="rId1" cstate="print"/>
          <a:stretch>
            <a:fillRect/>
          </a:stretch>
        </p:blipFill>
        <p:spPr>
          <a:xfrm>
            <a:off x="7132319" y="3034283"/>
            <a:ext cx="2436875" cy="221132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772668"/>
            <a:ext cx="10692384" cy="6013703"/>
          </a:xfrm>
          <a:prstGeom prst="rect">
            <a:avLst/>
          </a:prstGeom>
        </p:spPr>
      </p:pic>
      <p:grpSp>
        <p:nvGrpSpPr>
          <p:cNvPr id="3" name="object 3"/>
          <p:cNvGrpSpPr/>
          <p:nvPr/>
        </p:nvGrpSpPr>
        <p:grpSpPr>
          <a:xfrm>
            <a:off x="371855" y="1162811"/>
            <a:ext cx="942340" cy="905510"/>
            <a:chOff x="371855" y="1162811"/>
            <a:chExt cx="942340" cy="905510"/>
          </a:xfrm>
        </p:grpSpPr>
        <p:sp>
          <p:nvSpPr>
            <p:cNvPr id="4" name="object 4"/>
            <p:cNvSpPr/>
            <p:nvPr/>
          </p:nvSpPr>
          <p:spPr>
            <a:xfrm>
              <a:off x="388619" y="1179575"/>
              <a:ext cx="908685" cy="871855"/>
            </a:xfrm>
            <a:custGeom>
              <a:avLst/>
              <a:gdLst/>
              <a:ahLst/>
              <a:cxnLst/>
              <a:rect l="l" t="t" r="r" b="b"/>
              <a:pathLst>
                <a:path w="908685" h="871855">
                  <a:moveTo>
                    <a:pt x="830579" y="871728"/>
                  </a:moveTo>
                  <a:lnTo>
                    <a:pt x="77724" y="871728"/>
                  </a:lnTo>
                  <a:lnTo>
                    <a:pt x="47577" y="865584"/>
                  </a:lnTo>
                  <a:lnTo>
                    <a:pt x="22859" y="848868"/>
                  </a:lnTo>
                  <a:lnTo>
                    <a:pt x="6143" y="824150"/>
                  </a:lnTo>
                  <a:lnTo>
                    <a:pt x="0" y="794003"/>
                  </a:lnTo>
                  <a:lnTo>
                    <a:pt x="0" y="77724"/>
                  </a:lnTo>
                  <a:lnTo>
                    <a:pt x="6143" y="47577"/>
                  </a:lnTo>
                  <a:lnTo>
                    <a:pt x="22860" y="22860"/>
                  </a:lnTo>
                  <a:lnTo>
                    <a:pt x="47577" y="6143"/>
                  </a:lnTo>
                  <a:lnTo>
                    <a:pt x="77724" y="0"/>
                  </a:lnTo>
                  <a:lnTo>
                    <a:pt x="830579" y="0"/>
                  </a:lnTo>
                  <a:lnTo>
                    <a:pt x="860726" y="6143"/>
                  </a:lnTo>
                  <a:lnTo>
                    <a:pt x="885444" y="22860"/>
                  </a:lnTo>
                  <a:lnTo>
                    <a:pt x="902160" y="47577"/>
                  </a:lnTo>
                  <a:lnTo>
                    <a:pt x="908304" y="77724"/>
                  </a:lnTo>
                  <a:lnTo>
                    <a:pt x="908304" y="794003"/>
                  </a:lnTo>
                  <a:lnTo>
                    <a:pt x="902160" y="824150"/>
                  </a:lnTo>
                  <a:lnTo>
                    <a:pt x="885444" y="848868"/>
                  </a:lnTo>
                  <a:lnTo>
                    <a:pt x="860726" y="865584"/>
                  </a:lnTo>
                  <a:lnTo>
                    <a:pt x="830579" y="871728"/>
                  </a:lnTo>
                  <a:close/>
                </a:path>
              </a:pathLst>
            </a:custGeom>
            <a:solidFill>
              <a:srgbClr val="4F7CB8"/>
            </a:solidFill>
          </p:spPr>
          <p:txBody>
            <a:bodyPr wrap="square" lIns="0" tIns="0" rIns="0" bIns="0" rtlCol="0"/>
            <a:lstStyle/>
            <a:p/>
          </p:txBody>
        </p:sp>
        <p:sp>
          <p:nvSpPr>
            <p:cNvPr id="5" name="object 5"/>
            <p:cNvSpPr/>
            <p:nvPr/>
          </p:nvSpPr>
          <p:spPr>
            <a:xfrm>
              <a:off x="388619" y="1179575"/>
              <a:ext cx="908685" cy="871855"/>
            </a:xfrm>
            <a:custGeom>
              <a:avLst/>
              <a:gdLst/>
              <a:ahLst/>
              <a:cxnLst/>
              <a:rect l="l" t="t" r="r" b="b"/>
              <a:pathLst>
                <a:path w="908685" h="871855">
                  <a:moveTo>
                    <a:pt x="0" y="77724"/>
                  </a:moveTo>
                  <a:lnTo>
                    <a:pt x="6143" y="47577"/>
                  </a:lnTo>
                  <a:lnTo>
                    <a:pt x="22860" y="22860"/>
                  </a:lnTo>
                  <a:lnTo>
                    <a:pt x="47577" y="6143"/>
                  </a:lnTo>
                  <a:lnTo>
                    <a:pt x="77724" y="0"/>
                  </a:lnTo>
                  <a:lnTo>
                    <a:pt x="830579" y="0"/>
                  </a:lnTo>
                  <a:lnTo>
                    <a:pt x="860726" y="6143"/>
                  </a:lnTo>
                  <a:lnTo>
                    <a:pt x="885444" y="22860"/>
                  </a:lnTo>
                  <a:lnTo>
                    <a:pt x="902160" y="47577"/>
                  </a:lnTo>
                  <a:lnTo>
                    <a:pt x="908304" y="77724"/>
                  </a:lnTo>
                  <a:lnTo>
                    <a:pt x="908304" y="794003"/>
                  </a:lnTo>
                  <a:lnTo>
                    <a:pt x="902160" y="824150"/>
                  </a:lnTo>
                  <a:lnTo>
                    <a:pt x="885444" y="848868"/>
                  </a:lnTo>
                  <a:lnTo>
                    <a:pt x="860726" y="865584"/>
                  </a:lnTo>
                  <a:lnTo>
                    <a:pt x="830579" y="871728"/>
                  </a:lnTo>
                  <a:lnTo>
                    <a:pt x="77724" y="871728"/>
                  </a:lnTo>
                  <a:lnTo>
                    <a:pt x="47577" y="865584"/>
                  </a:lnTo>
                  <a:lnTo>
                    <a:pt x="22859" y="848868"/>
                  </a:lnTo>
                  <a:lnTo>
                    <a:pt x="6143" y="824150"/>
                  </a:lnTo>
                  <a:lnTo>
                    <a:pt x="0" y="794003"/>
                  </a:lnTo>
                  <a:lnTo>
                    <a:pt x="0" y="77724"/>
                  </a:lnTo>
                  <a:close/>
                </a:path>
              </a:pathLst>
            </a:custGeom>
            <a:ln w="33528">
              <a:solidFill>
                <a:srgbClr val="4F7CB8"/>
              </a:solidFill>
            </a:ln>
          </p:spPr>
          <p:txBody>
            <a:bodyPr wrap="square" lIns="0" tIns="0" rIns="0" bIns="0" rtlCol="0"/>
            <a:lstStyle/>
            <a:p/>
          </p:txBody>
        </p:sp>
        <p:sp>
          <p:nvSpPr>
            <p:cNvPr id="6" name="object 6"/>
            <p:cNvSpPr/>
            <p:nvPr/>
          </p:nvSpPr>
          <p:spPr>
            <a:xfrm>
              <a:off x="489204" y="1248155"/>
              <a:ext cx="685800" cy="734695"/>
            </a:xfrm>
            <a:custGeom>
              <a:avLst/>
              <a:gdLst/>
              <a:ahLst/>
              <a:cxnLst/>
              <a:rect l="l" t="t" r="r" b="b"/>
              <a:pathLst>
                <a:path w="685800" h="734694">
                  <a:moveTo>
                    <a:pt x="624839" y="734568"/>
                  </a:moveTo>
                  <a:lnTo>
                    <a:pt x="60960" y="734568"/>
                  </a:lnTo>
                  <a:lnTo>
                    <a:pt x="37290" y="729757"/>
                  </a:lnTo>
                  <a:lnTo>
                    <a:pt x="17907" y="716660"/>
                  </a:lnTo>
                  <a:lnTo>
                    <a:pt x="4810" y="697277"/>
                  </a:lnTo>
                  <a:lnTo>
                    <a:pt x="0" y="673608"/>
                  </a:lnTo>
                  <a:lnTo>
                    <a:pt x="0" y="60960"/>
                  </a:lnTo>
                  <a:lnTo>
                    <a:pt x="4810" y="37290"/>
                  </a:lnTo>
                  <a:lnTo>
                    <a:pt x="17907" y="17907"/>
                  </a:lnTo>
                  <a:lnTo>
                    <a:pt x="37290" y="4810"/>
                  </a:lnTo>
                  <a:lnTo>
                    <a:pt x="60960" y="0"/>
                  </a:lnTo>
                  <a:lnTo>
                    <a:pt x="624839" y="0"/>
                  </a:lnTo>
                  <a:lnTo>
                    <a:pt x="648509" y="4810"/>
                  </a:lnTo>
                  <a:lnTo>
                    <a:pt x="667893" y="17907"/>
                  </a:lnTo>
                  <a:lnTo>
                    <a:pt x="680989" y="37290"/>
                  </a:lnTo>
                  <a:lnTo>
                    <a:pt x="685800" y="60960"/>
                  </a:lnTo>
                  <a:lnTo>
                    <a:pt x="685800" y="673608"/>
                  </a:lnTo>
                  <a:lnTo>
                    <a:pt x="680989" y="697277"/>
                  </a:lnTo>
                  <a:lnTo>
                    <a:pt x="667893" y="716660"/>
                  </a:lnTo>
                  <a:lnTo>
                    <a:pt x="648509" y="729757"/>
                  </a:lnTo>
                  <a:lnTo>
                    <a:pt x="624839" y="734568"/>
                  </a:lnTo>
                  <a:close/>
                </a:path>
              </a:pathLst>
            </a:custGeom>
            <a:solidFill>
              <a:srgbClr val="FFFFFF"/>
            </a:solidFill>
          </p:spPr>
          <p:txBody>
            <a:bodyPr wrap="square" lIns="0" tIns="0" rIns="0" bIns="0" rtlCol="0"/>
            <a:lstStyle/>
            <a:p/>
          </p:txBody>
        </p:sp>
        <p:sp>
          <p:nvSpPr>
            <p:cNvPr id="7" name="object 7"/>
            <p:cNvSpPr/>
            <p:nvPr/>
          </p:nvSpPr>
          <p:spPr>
            <a:xfrm>
              <a:off x="489204" y="1248155"/>
              <a:ext cx="685800" cy="734695"/>
            </a:xfrm>
            <a:custGeom>
              <a:avLst/>
              <a:gdLst/>
              <a:ahLst/>
              <a:cxnLst/>
              <a:rect l="l" t="t" r="r" b="b"/>
              <a:pathLst>
                <a:path w="685800" h="734694">
                  <a:moveTo>
                    <a:pt x="0" y="60960"/>
                  </a:moveTo>
                  <a:lnTo>
                    <a:pt x="4810" y="37290"/>
                  </a:lnTo>
                  <a:lnTo>
                    <a:pt x="17907" y="17907"/>
                  </a:lnTo>
                  <a:lnTo>
                    <a:pt x="37290" y="4810"/>
                  </a:lnTo>
                  <a:lnTo>
                    <a:pt x="60960" y="0"/>
                  </a:lnTo>
                  <a:lnTo>
                    <a:pt x="624839" y="0"/>
                  </a:lnTo>
                  <a:lnTo>
                    <a:pt x="648509" y="4810"/>
                  </a:lnTo>
                  <a:lnTo>
                    <a:pt x="667893" y="17907"/>
                  </a:lnTo>
                  <a:lnTo>
                    <a:pt x="680989" y="37290"/>
                  </a:lnTo>
                  <a:lnTo>
                    <a:pt x="685800" y="60960"/>
                  </a:lnTo>
                  <a:lnTo>
                    <a:pt x="685800" y="673608"/>
                  </a:lnTo>
                  <a:lnTo>
                    <a:pt x="680989" y="697277"/>
                  </a:lnTo>
                  <a:lnTo>
                    <a:pt x="667893" y="716660"/>
                  </a:lnTo>
                  <a:lnTo>
                    <a:pt x="648509" y="729757"/>
                  </a:lnTo>
                  <a:lnTo>
                    <a:pt x="624839" y="734568"/>
                  </a:lnTo>
                  <a:lnTo>
                    <a:pt x="60960" y="734568"/>
                  </a:lnTo>
                  <a:lnTo>
                    <a:pt x="37290" y="729757"/>
                  </a:lnTo>
                  <a:lnTo>
                    <a:pt x="17907" y="716660"/>
                  </a:lnTo>
                  <a:lnTo>
                    <a:pt x="4810" y="697277"/>
                  </a:lnTo>
                  <a:lnTo>
                    <a:pt x="0" y="673608"/>
                  </a:lnTo>
                  <a:lnTo>
                    <a:pt x="0" y="60960"/>
                  </a:lnTo>
                  <a:close/>
                </a:path>
              </a:pathLst>
            </a:custGeom>
            <a:ln w="33528">
              <a:solidFill>
                <a:srgbClr val="4F7CB8"/>
              </a:solidFill>
            </a:ln>
          </p:spPr>
          <p:txBody>
            <a:bodyPr wrap="square" lIns="0" tIns="0" rIns="0" bIns="0" rtlCol="0"/>
            <a:lstStyle/>
            <a:p/>
          </p:txBody>
        </p:sp>
      </p:grpSp>
      <p:sp>
        <p:nvSpPr>
          <p:cNvPr id="8" name="object 8"/>
          <p:cNvSpPr txBox="1">
            <a:spLocks noGrp="1"/>
          </p:cNvSpPr>
          <p:nvPr>
            <p:ph type="title"/>
          </p:nvPr>
        </p:nvSpPr>
        <p:spPr>
          <a:xfrm>
            <a:off x="1550806" y="1322261"/>
            <a:ext cx="3876675" cy="667385"/>
          </a:xfrm>
          <a:prstGeom prst="rect">
            <a:avLst/>
          </a:prstGeom>
        </p:spPr>
        <p:txBody>
          <a:bodyPr vert="horz" wrap="square" lIns="0" tIns="13970" rIns="0" bIns="0" rtlCol="0">
            <a:spAutoFit/>
          </a:bodyPr>
          <a:lstStyle/>
          <a:p>
            <a:pPr marL="12700">
              <a:lnSpc>
                <a:spcPct val="100000"/>
              </a:lnSpc>
              <a:spcBef>
                <a:spcPts val="110"/>
              </a:spcBef>
            </a:pPr>
            <a:r>
              <a:rPr sz="4200" dirty="0">
                <a:solidFill>
                  <a:srgbClr val="DFEFFF"/>
                </a:solidFill>
              </a:rPr>
              <a:t>Resume</a:t>
            </a:r>
            <a:r>
              <a:rPr sz="4200" spc="-254" dirty="0">
                <a:solidFill>
                  <a:srgbClr val="DFEFFF"/>
                </a:solidFill>
              </a:rPr>
              <a:t> </a:t>
            </a:r>
            <a:r>
              <a:rPr sz="4200" spc="-10" dirty="0">
                <a:solidFill>
                  <a:srgbClr val="DFEFFF"/>
                </a:solidFill>
              </a:rPr>
              <a:t>Analysis</a:t>
            </a:r>
            <a:endParaRPr sz="4200"/>
          </a:p>
        </p:txBody>
      </p:sp>
      <p:sp>
        <p:nvSpPr>
          <p:cNvPr id="9" name="object 9"/>
          <p:cNvSpPr txBox="1"/>
          <p:nvPr/>
        </p:nvSpPr>
        <p:spPr>
          <a:xfrm>
            <a:off x="363718" y="2981126"/>
            <a:ext cx="4971415" cy="2070100"/>
          </a:xfrm>
          <a:prstGeom prst="rect">
            <a:avLst/>
          </a:prstGeom>
        </p:spPr>
        <p:txBody>
          <a:bodyPr vert="horz" wrap="square" lIns="0" tIns="116839" rIns="0" bIns="0" rtlCol="0">
            <a:spAutoFit/>
          </a:bodyPr>
          <a:lstStyle/>
          <a:p>
            <a:pPr marL="413385" indent="-400685">
              <a:lnSpc>
                <a:spcPct val="100000"/>
              </a:lnSpc>
              <a:spcBef>
                <a:spcPts val="920"/>
              </a:spcBef>
              <a:buChar char="▪"/>
              <a:tabLst>
                <a:tab pos="412750" algn="l"/>
              </a:tabLst>
            </a:pPr>
            <a:r>
              <a:rPr sz="1500" dirty="0">
                <a:solidFill>
                  <a:srgbClr val="FFFFFF"/>
                </a:solidFill>
                <a:latin typeface="Times New Roman" panose="02020603050405020304"/>
                <a:cs typeface="Times New Roman" panose="02020603050405020304"/>
              </a:rPr>
              <a:t>RESUME</a:t>
            </a:r>
            <a:r>
              <a:rPr sz="1500" spc="40" dirty="0">
                <a:solidFill>
                  <a:srgbClr val="FFFFFF"/>
                </a:solidFill>
                <a:latin typeface="Times New Roman" panose="02020603050405020304"/>
                <a:cs typeface="Times New Roman" panose="02020603050405020304"/>
              </a:rPr>
              <a:t> </a:t>
            </a:r>
            <a:r>
              <a:rPr sz="1500" spc="-10" dirty="0">
                <a:solidFill>
                  <a:srgbClr val="FFFFFF"/>
                </a:solidFill>
                <a:latin typeface="Times New Roman" panose="02020603050405020304"/>
                <a:cs typeface="Times New Roman" panose="02020603050405020304"/>
              </a:rPr>
              <a:t>UPLOAD</a:t>
            </a:r>
            <a:endParaRPr sz="1500">
              <a:latin typeface="Times New Roman" panose="02020603050405020304"/>
              <a:cs typeface="Times New Roman" panose="02020603050405020304"/>
            </a:endParaRPr>
          </a:p>
          <a:p>
            <a:pPr marL="413385" indent="-400685">
              <a:lnSpc>
                <a:spcPct val="100000"/>
              </a:lnSpc>
              <a:spcBef>
                <a:spcPts val="830"/>
              </a:spcBef>
              <a:buChar char="▪"/>
              <a:tabLst>
                <a:tab pos="412750" algn="l"/>
              </a:tabLst>
            </a:pPr>
            <a:r>
              <a:rPr sz="1500" dirty="0">
                <a:solidFill>
                  <a:srgbClr val="FFFFFF"/>
                </a:solidFill>
                <a:latin typeface="Times New Roman" panose="02020603050405020304"/>
                <a:cs typeface="Times New Roman" panose="02020603050405020304"/>
              </a:rPr>
              <a:t>TEXT</a:t>
            </a:r>
            <a:r>
              <a:rPr sz="1500" spc="35" dirty="0">
                <a:solidFill>
                  <a:srgbClr val="FFFFFF"/>
                </a:solidFill>
                <a:latin typeface="Times New Roman" panose="02020603050405020304"/>
                <a:cs typeface="Times New Roman" panose="02020603050405020304"/>
              </a:rPr>
              <a:t> </a:t>
            </a:r>
            <a:r>
              <a:rPr sz="1500" spc="-10" dirty="0">
                <a:solidFill>
                  <a:srgbClr val="FFFFFF"/>
                </a:solidFill>
                <a:latin typeface="Times New Roman" panose="02020603050405020304"/>
                <a:cs typeface="Times New Roman" panose="02020603050405020304"/>
              </a:rPr>
              <a:t>EXTRACTION</a:t>
            </a:r>
            <a:endParaRPr sz="1500">
              <a:latin typeface="Times New Roman" panose="02020603050405020304"/>
              <a:cs typeface="Times New Roman" panose="02020603050405020304"/>
            </a:endParaRPr>
          </a:p>
          <a:p>
            <a:pPr marL="413385" marR="5080" indent="-401320">
              <a:lnSpc>
                <a:spcPts val="1460"/>
              </a:lnSpc>
              <a:spcBef>
                <a:spcPts val="1160"/>
              </a:spcBef>
              <a:buChar char="▪"/>
              <a:tabLst>
                <a:tab pos="412750" algn="l"/>
                <a:tab pos="1783080" algn="l"/>
                <a:tab pos="1979930" algn="l"/>
              </a:tabLst>
            </a:pPr>
            <a:r>
              <a:rPr sz="1500" dirty="0">
                <a:solidFill>
                  <a:srgbClr val="FFFFFF"/>
                </a:solidFill>
                <a:latin typeface="Times New Roman" panose="02020603050405020304"/>
                <a:cs typeface="Times New Roman" panose="02020603050405020304"/>
              </a:rPr>
              <a:t>AI</a:t>
            </a:r>
            <a:r>
              <a:rPr sz="1500" spc="-80" dirty="0">
                <a:solidFill>
                  <a:srgbClr val="FFFFFF"/>
                </a:solidFill>
                <a:latin typeface="Times New Roman" panose="02020603050405020304"/>
                <a:cs typeface="Times New Roman" panose="02020603050405020304"/>
              </a:rPr>
              <a:t> </a:t>
            </a:r>
            <a:r>
              <a:rPr sz="1500" spc="-10" dirty="0">
                <a:solidFill>
                  <a:srgbClr val="FFFFFF"/>
                </a:solidFill>
                <a:latin typeface="Times New Roman" panose="02020603050405020304"/>
                <a:cs typeface="Times New Roman" panose="02020603050405020304"/>
              </a:rPr>
              <a:t>ANALYSIS</a:t>
            </a:r>
            <a:r>
              <a:rPr sz="1500" dirty="0">
                <a:solidFill>
                  <a:srgbClr val="FFFFFF"/>
                </a:solidFill>
                <a:latin typeface="Times New Roman" panose="02020603050405020304"/>
                <a:cs typeface="Times New Roman" panose="02020603050405020304"/>
              </a:rPr>
              <a:t>	</a:t>
            </a:r>
            <a:r>
              <a:rPr sz="1500" spc="-50" dirty="0">
                <a:solidFill>
                  <a:srgbClr val="FFFFFF"/>
                </a:solidFill>
                <a:latin typeface="Times New Roman" panose="02020603050405020304"/>
                <a:cs typeface="Times New Roman" panose="02020603050405020304"/>
              </a:rPr>
              <a:t>:</a:t>
            </a:r>
            <a:r>
              <a:rPr sz="1500" dirty="0">
                <a:solidFill>
                  <a:srgbClr val="FFFFFF"/>
                </a:solidFill>
                <a:latin typeface="Times New Roman" panose="02020603050405020304"/>
                <a:cs typeface="Times New Roman" panose="02020603050405020304"/>
              </a:rPr>
              <a:t>	IDENTIFY</a:t>
            </a:r>
            <a:r>
              <a:rPr sz="1500" spc="45" dirty="0">
                <a:solidFill>
                  <a:srgbClr val="FFFFFF"/>
                </a:solidFill>
                <a:latin typeface="Times New Roman" panose="02020603050405020304"/>
                <a:cs typeface="Times New Roman" panose="02020603050405020304"/>
              </a:rPr>
              <a:t> </a:t>
            </a:r>
            <a:r>
              <a:rPr sz="1500" dirty="0">
                <a:solidFill>
                  <a:srgbClr val="FFFFFF"/>
                </a:solidFill>
                <a:latin typeface="Times New Roman" panose="02020603050405020304"/>
                <a:cs typeface="Times New Roman" panose="02020603050405020304"/>
              </a:rPr>
              <a:t>STRENGTHS</a:t>
            </a:r>
            <a:r>
              <a:rPr sz="1500" spc="-25" dirty="0">
                <a:solidFill>
                  <a:srgbClr val="FFFFFF"/>
                </a:solidFill>
                <a:latin typeface="Times New Roman" panose="02020603050405020304"/>
                <a:cs typeface="Times New Roman" panose="02020603050405020304"/>
              </a:rPr>
              <a:t> AND </a:t>
            </a:r>
            <a:r>
              <a:rPr sz="1500" dirty="0">
                <a:solidFill>
                  <a:srgbClr val="FFFFFF"/>
                </a:solidFill>
                <a:latin typeface="Times New Roman" panose="02020603050405020304"/>
                <a:cs typeface="Times New Roman" panose="02020603050405020304"/>
              </a:rPr>
              <a:t>WEAKNESSES</a:t>
            </a:r>
            <a:r>
              <a:rPr sz="1500" spc="10" dirty="0">
                <a:solidFill>
                  <a:srgbClr val="FFFFFF"/>
                </a:solidFill>
                <a:latin typeface="Times New Roman" panose="02020603050405020304"/>
                <a:cs typeface="Times New Roman" panose="02020603050405020304"/>
              </a:rPr>
              <a:t> </a:t>
            </a:r>
            <a:r>
              <a:rPr sz="1500" dirty="0">
                <a:solidFill>
                  <a:srgbClr val="FFFFFF"/>
                </a:solidFill>
                <a:latin typeface="Times New Roman" panose="02020603050405020304"/>
                <a:cs typeface="Times New Roman" panose="02020603050405020304"/>
              </a:rPr>
              <a:t>SKILLS</a:t>
            </a:r>
            <a:r>
              <a:rPr sz="1500" spc="-5" dirty="0">
                <a:solidFill>
                  <a:srgbClr val="FFFFFF"/>
                </a:solidFill>
                <a:latin typeface="Times New Roman" panose="02020603050405020304"/>
                <a:cs typeface="Times New Roman" panose="02020603050405020304"/>
              </a:rPr>
              <a:t> </a:t>
            </a:r>
            <a:r>
              <a:rPr sz="1500" dirty="0">
                <a:solidFill>
                  <a:srgbClr val="FFFFFF"/>
                </a:solidFill>
                <a:latin typeface="Times New Roman" panose="02020603050405020304"/>
                <a:cs typeface="Times New Roman" panose="02020603050405020304"/>
              </a:rPr>
              <a:t>TO</a:t>
            </a:r>
            <a:r>
              <a:rPr sz="1500" spc="30" dirty="0">
                <a:solidFill>
                  <a:srgbClr val="FFFFFF"/>
                </a:solidFill>
                <a:latin typeface="Times New Roman" panose="02020603050405020304"/>
                <a:cs typeface="Times New Roman" panose="02020603050405020304"/>
              </a:rPr>
              <a:t> </a:t>
            </a:r>
            <a:r>
              <a:rPr sz="1500" dirty="0">
                <a:solidFill>
                  <a:srgbClr val="FFFFFF"/>
                </a:solidFill>
                <a:latin typeface="Times New Roman" panose="02020603050405020304"/>
                <a:cs typeface="Times New Roman" panose="02020603050405020304"/>
              </a:rPr>
              <a:t>IMPORVE</a:t>
            </a:r>
            <a:r>
              <a:rPr sz="1500" spc="-15" dirty="0">
                <a:solidFill>
                  <a:srgbClr val="FFFFFF"/>
                </a:solidFill>
                <a:latin typeface="Times New Roman" panose="02020603050405020304"/>
                <a:cs typeface="Times New Roman" panose="02020603050405020304"/>
              </a:rPr>
              <a:t> </a:t>
            </a:r>
            <a:r>
              <a:rPr sz="1500" dirty="0">
                <a:solidFill>
                  <a:srgbClr val="FFFFFF"/>
                </a:solidFill>
                <a:latin typeface="Times New Roman" panose="02020603050405020304"/>
                <a:cs typeface="Times New Roman" panose="02020603050405020304"/>
              </a:rPr>
              <a:t>,</a:t>
            </a:r>
            <a:r>
              <a:rPr sz="1500" spc="40" dirty="0">
                <a:solidFill>
                  <a:srgbClr val="FFFFFF"/>
                </a:solidFill>
                <a:latin typeface="Times New Roman" panose="02020603050405020304"/>
                <a:cs typeface="Times New Roman" panose="02020603050405020304"/>
              </a:rPr>
              <a:t> </a:t>
            </a:r>
            <a:r>
              <a:rPr sz="1500" spc="-10" dirty="0">
                <a:solidFill>
                  <a:srgbClr val="FFFFFF"/>
                </a:solidFill>
                <a:latin typeface="Times New Roman" panose="02020603050405020304"/>
                <a:cs typeface="Times New Roman" panose="02020603050405020304"/>
              </a:rPr>
              <a:t>SUGGESTING </a:t>
            </a:r>
            <a:r>
              <a:rPr sz="1500" dirty="0">
                <a:solidFill>
                  <a:srgbClr val="FFFFFF"/>
                </a:solidFill>
                <a:latin typeface="Times New Roman" panose="02020603050405020304"/>
                <a:cs typeface="Times New Roman" panose="02020603050405020304"/>
              </a:rPr>
              <a:t>KEY</a:t>
            </a:r>
            <a:r>
              <a:rPr sz="1500" spc="-70" dirty="0">
                <a:solidFill>
                  <a:srgbClr val="FFFFFF"/>
                </a:solidFill>
                <a:latin typeface="Times New Roman" panose="02020603050405020304"/>
                <a:cs typeface="Times New Roman" panose="02020603050405020304"/>
              </a:rPr>
              <a:t> </a:t>
            </a:r>
            <a:r>
              <a:rPr sz="1500" dirty="0">
                <a:solidFill>
                  <a:srgbClr val="FFFFFF"/>
                </a:solidFill>
                <a:latin typeface="Times New Roman" panose="02020603050405020304"/>
                <a:cs typeface="Times New Roman" panose="02020603050405020304"/>
              </a:rPr>
              <a:t>WORDS</a:t>
            </a:r>
            <a:r>
              <a:rPr sz="1500" spc="10" dirty="0">
                <a:solidFill>
                  <a:srgbClr val="FFFFFF"/>
                </a:solidFill>
                <a:latin typeface="Times New Roman" panose="02020603050405020304"/>
                <a:cs typeface="Times New Roman" panose="02020603050405020304"/>
              </a:rPr>
              <a:t> </a:t>
            </a:r>
            <a:r>
              <a:rPr sz="1500" dirty="0">
                <a:solidFill>
                  <a:srgbClr val="FFFFFF"/>
                </a:solidFill>
                <a:latin typeface="Times New Roman" panose="02020603050405020304"/>
                <a:cs typeface="Times New Roman" panose="02020603050405020304"/>
              </a:rPr>
              <a:t>TO</a:t>
            </a:r>
            <a:r>
              <a:rPr sz="1500" spc="35" dirty="0">
                <a:solidFill>
                  <a:srgbClr val="FFFFFF"/>
                </a:solidFill>
                <a:latin typeface="Times New Roman" panose="02020603050405020304"/>
                <a:cs typeface="Times New Roman" panose="02020603050405020304"/>
              </a:rPr>
              <a:t> </a:t>
            </a:r>
            <a:r>
              <a:rPr sz="1500" dirty="0">
                <a:solidFill>
                  <a:srgbClr val="FFFFFF"/>
                </a:solidFill>
                <a:latin typeface="Times New Roman" panose="02020603050405020304"/>
                <a:cs typeface="Times New Roman" panose="02020603050405020304"/>
              </a:rPr>
              <a:t>ENCHANCE</a:t>
            </a:r>
            <a:r>
              <a:rPr sz="1500" spc="-15" dirty="0">
                <a:solidFill>
                  <a:srgbClr val="FFFFFF"/>
                </a:solidFill>
                <a:latin typeface="Times New Roman" panose="02020603050405020304"/>
                <a:cs typeface="Times New Roman" panose="02020603050405020304"/>
              </a:rPr>
              <a:t> </a:t>
            </a:r>
            <a:r>
              <a:rPr sz="1500" dirty="0">
                <a:solidFill>
                  <a:srgbClr val="FFFFFF"/>
                </a:solidFill>
                <a:latin typeface="Times New Roman" panose="02020603050405020304"/>
                <a:cs typeface="Times New Roman" panose="02020603050405020304"/>
              </a:rPr>
              <a:t>THE</a:t>
            </a:r>
            <a:r>
              <a:rPr sz="1500" spc="55" dirty="0">
                <a:solidFill>
                  <a:srgbClr val="FFFFFF"/>
                </a:solidFill>
                <a:latin typeface="Times New Roman" panose="02020603050405020304"/>
                <a:cs typeface="Times New Roman" panose="02020603050405020304"/>
              </a:rPr>
              <a:t> </a:t>
            </a:r>
            <a:r>
              <a:rPr sz="1500" spc="-10" dirty="0">
                <a:solidFill>
                  <a:srgbClr val="FFFFFF"/>
                </a:solidFill>
                <a:latin typeface="Times New Roman" panose="02020603050405020304"/>
                <a:cs typeface="Times New Roman" panose="02020603050405020304"/>
              </a:rPr>
              <a:t>RESUME</a:t>
            </a:r>
            <a:endParaRPr sz="1500">
              <a:latin typeface="Times New Roman" panose="02020603050405020304"/>
              <a:cs typeface="Times New Roman" panose="02020603050405020304"/>
            </a:endParaRPr>
          </a:p>
          <a:p>
            <a:pPr marL="413385" indent="-400685">
              <a:lnSpc>
                <a:spcPct val="100000"/>
              </a:lnSpc>
              <a:spcBef>
                <a:spcPts val="845"/>
              </a:spcBef>
              <a:buChar char="▪"/>
              <a:tabLst>
                <a:tab pos="412750" algn="l"/>
              </a:tabLst>
            </a:pPr>
            <a:r>
              <a:rPr sz="1500" dirty="0">
                <a:solidFill>
                  <a:srgbClr val="FFFFFF"/>
                </a:solidFill>
                <a:latin typeface="Times New Roman" panose="02020603050405020304"/>
                <a:cs typeface="Times New Roman" panose="02020603050405020304"/>
              </a:rPr>
              <a:t>RESUME</a:t>
            </a:r>
            <a:r>
              <a:rPr sz="1500" spc="-20" dirty="0">
                <a:solidFill>
                  <a:srgbClr val="FFFFFF"/>
                </a:solidFill>
                <a:latin typeface="Times New Roman" panose="02020603050405020304"/>
                <a:cs typeface="Times New Roman" panose="02020603050405020304"/>
              </a:rPr>
              <a:t> </a:t>
            </a:r>
            <a:r>
              <a:rPr sz="1500" dirty="0">
                <a:solidFill>
                  <a:srgbClr val="FFFFFF"/>
                </a:solidFill>
                <a:latin typeface="Times New Roman" panose="02020603050405020304"/>
                <a:cs typeface="Times New Roman" panose="02020603050405020304"/>
              </a:rPr>
              <a:t>SCORING</a:t>
            </a:r>
            <a:r>
              <a:rPr sz="1500" spc="405" dirty="0">
                <a:solidFill>
                  <a:srgbClr val="FFFFFF"/>
                </a:solidFill>
                <a:latin typeface="Times New Roman" panose="02020603050405020304"/>
                <a:cs typeface="Times New Roman" panose="02020603050405020304"/>
              </a:rPr>
              <a:t> </a:t>
            </a:r>
            <a:r>
              <a:rPr sz="1500" dirty="0">
                <a:solidFill>
                  <a:srgbClr val="FFFFFF"/>
                </a:solidFill>
                <a:latin typeface="Times New Roman" panose="02020603050405020304"/>
                <a:cs typeface="Times New Roman" panose="02020603050405020304"/>
              </a:rPr>
              <a:t>(</a:t>
            </a:r>
            <a:r>
              <a:rPr sz="1500" spc="-70" dirty="0">
                <a:solidFill>
                  <a:srgbClr val="FFFFFF"/>
                </a:solidFill>
                <a:latin typeface="Times New Roman" panose="02020603050405020304"/>
                <a:cs typeface="Times New Roman" panose="02020603050405020304"/>
              </a:rPr>
              <a:t> </a:t>
            </a:r>
            <a:r>
              <a:rPr sz="1500" spc="-20" dirty="0">
                <a:solidFill>
                  <a:srgbClr val="FFFFFF"/>
                </a:solidFill>
                <a:latin typeface="Times New Roman" panose="02020603050405020304"/>
                <a:cs typeface="Times New Roman" panose="02020603050405020304"/>
              </a:rPr>
              <a:t>ATS</a:t>
            </a:r>
            <a:r>
              <a:rPr sz="1500" spc="25" dirty="0">
                <a:solidFill>
                  <a:srgbClr val="FFFFFF"/>
                </a:solidFill>
                <a:latin typeface="Times New Roman" panose="02020603050405020304"/>
                <a:cs typeface="Times New Roman" panose="02020603050405020304"/>
              </a:rPr>
              <a:t> </a:t>
            </a:r>
            <a:r>
              <a:rPr sz="1500" dirty="0">
                <a:solidFill>
                  <a:srgbClr val="FFFFFF"/>
                </a:solidFill>
                <a:latin typeface="Times New Roman" panose="02020603050405020304"/>
                <a:cs typeface="Times New Roman" panose="02020603050405020304"/>
              </a:rPr>
              <a:t>SCORE</a:t>
            </a:r>
            <a:r>
              <a:rPr sz="1500" spc="-20" dirty="0">
                <a:solidFill>
                  <a:srgbClr val="FFFFFF"/>
                </a:solidFill>
                <a:latin typeface="Times New Roman" panose="02020603050405020304"/>
                <a:cs typeface="Times New Roman" panose="02020603050405020304"/>
              </a:rPr>
              <a:t> </a:t>
            </a:r>
            <a:r>
              <a:rPr sz="1500" spc="-50" dirty="0">
                <a:solidFill>
                  <a:srgbClr val="FFFFFF"/>
                </a:solidFill>
                <a:latin typeface="Times New Roman" panose="02020603050405020304"/>
                <a:cs typeface="Times New Roman" panose="02020603050405020304"/>
              </a:rPr>
              <a:t>)</a:t>
            </a:r>
            <a:endParaRPr sz="1500">
              <a:latin typeface="Times New Roman" panose="02020603050405020304"/>
              <a:cs typeface="Times New Roman" panose="02020603050405020304"/>
            </a:endParaRPr>
          </a:p>
          <a:p>
            <a:pPr marL="413385" indent="-400685">
              <a:lnSpc>
                <a:spcPct val="100000"/>
              </a:lnSpc>
              <a:spcBef>
                <a:spcPts val="825"/>
              </a:spcBef>
              <a:buChar char="▪"/>
              <a:tabLst>
                <a:tab pos="412750" algn="l"/>
              </a:tabLst>
            </a:pPr>
            <a:r>
              <a:rPr sz="1500" dirty="0">
                <a:solidFill>
                  <a:srgbClr val="FFFFFF"/>
                </a:solidFill>
                <a:latin typeface="Times New Roman" panose="02020603050405020304"/>
                <a:cs typeface="Times New Roman" panose="02020603050405020304"/>
              </a:rPr>
              <a:t>ENHANCED</a:t>
            </a:r>
            <a:r>
              <a:rPr sz="1500" spc="55" dirty="0">
                <a:solidFill>
                  <a:srgbClr val="FFFFFF"/>
                </a:solidFill>
                <a:latin typeface="Times New Roman" panose="02020603050405020304"/>
                <a:cs typeface="Times New Roman" panose="02020603050405020304"/>
              </a:rPr>
              <a:t> </a:t>
            </a:r>
            <a:r>
              <a:rPr sz="1500" spc="-10" dirty="0">
                <a:solidFill>
                  <a:srgbClr val="FFFFFF"/>
                </a:solidFill>
                <a:latin typeface="Times New Roman" panose="02020603050405020304"/>
                <a:cs typeface="Times New Roman" panose="02020603050405020304"/>
              </a:rPr>
              <a:t>RESUME</a:t>
            </a:r>
            <a:r>
              <a:rPr lang="en-IN" altLang="" sz="1500" spc="-10" dirty="0">
                <a:solidFill>
                  <a:srgbClr val="FFFFFF"/>
                </a:solidFill>
                <a:latin typeface="Times New Roman" panose="02020603050405020304"/>
                <a:cs typeface="Times New Roman" panose="02020603050405020304"/>
              </a:rPr>
              <a:t> </a:t>
            </a:r>
            <a:endParaRPr lang="en-IN" altLang="" sz="1500" spc="-10" dirty="0">
              <a:solidFill>
                <a:srgbClr val="FFFFFF"/>
              </a:solidFill>
              <a:latin typeface="Times New Roman" panose="02020603050405020304"/>
              <a:cs typeface="Times New Roman" panose="02020603050405020304"/>
            </a:endParaRPr>
          </a:p>
        </p:txBody>
      </p:sp>
      <p:sp>
        <p:nvSpPr>
          <p:cNvPr id="10" name="object 10"/>
          <p:cNvSpPr txBox="1"/>
          <p:nvPr/>
        </p:nvSpPr>
        <p:spPr>
          <a:xfrm>
            <a:off x="680744" y="1489957"/>
            <a:ext cx="292100" cy="345440"/>
          </a:xfrm>
          <a:prstGeom prst="rect">
            <a:avLst/>
          </a:prstGeom>
        </p:spPr>
        <p:txBody>
          <a:bodyPr vert="horz" wrap="square" lIns="0" tIns="12700" rIns="0" bIns="0" rtlCol="0">
            <a:spAutoFit/>
          </a:bodyPr>
          <a:lstStyle/>
          <a:p>
            <a:pPr marL="12700">
              <a:lnSpc>
                <a:spcPct val="100000"/>
              </a:lnSpc>
              <a:spcBef>
                <a:spcPts val="100"/>
              </a:spcBef>
            </a:pPr>
            <a:r>
              <a:rPr sz="2100" b="1" spc="-25" dirty="0">
                <a:solidFill>
                  <a:srgbClr val="21244B"/>
                </a:solidFill>
                <a:latin typeface="Times New Roman" panose="02020603050405020304"/>
                <a:cs typeface="Times New Roman" panose="02020603050405020304"/>
              </a:rPr>
              <a:t>01</a:t>
            </a:r>
            <a:endParaRPr sz="2100">
              <a:latin typeface="Times New Roman" panose="02020603050405020304"/>
              <a:cs typeface="Times New Roman" panose="02020603050405020304"/>
            </a:endParaRPr>
          </a:p>
        </p:txBody>
      </p:sp>
      <p:pic>
        <p:nvPicPr>
          <p:cNvPr id="11" name="object 11"/>
          <p:cNvPicPr/>
          <p:nvPr/>
        </p:nvPicPr>
        <p:blipFill>
          <a:blip r:embed="rId2" cstate="print"/>
          <a:stretch>
            <a:fillRect/>
          </a:stretch>
        </p:blipFill>
        <p:spPr>
          <a:xfrm>
            <a:off x="5548884" y="1729740"/>
            <a:ext cx="4759451" cy="428853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772668"/>
            <a:ext cx="10692384" cy="6013703"/>
          </a:xfrm>
          <a:prstGeom prst="rect">
            <a:avLst/>
          </a:prstGeom>
        </p:spPr>
      </p:pic>
      <p:sp>
        <p:nvSpPr>
          <p:cNvPr id="3" name="object 3"/>
          <p:cNvSpPr txBox="1">
            <a:spLocks noGrp="1"/>
          </p:cNvSpPr>
          <p:nvPr>
            <p:ph type="title"/>
          </p:nvPr>
        </p:nvSpPr>
        <p:spPr>
          <a:xfrm>
            <a:off x="383703" y="1115185"/>
            <a:ext cx="6684645" cy="506730"/>
          </a:xfrm>
          <a:prstGeom prst="rect">
            <a:avLst/>
          </a:prstGeom>
        </p:spPr>
        <p:txBody>
          <a:bodyPr vert="horz" wrap="square" lIns="0" tIns="13335" rIns="0" bIns="0" rtlCol="0">
            <a:spAutoFit/>
          </a:bodyPr>
          <a:lstStyle/>
          <a:p>
            <a:pPr marL="12700">
              <a:lnSpc>
                <a:spcPct val="100000"/>
              </a:lnSpc>
              <a:spcBef>
                <a:spcPts val="105"/>
              </a:spcBef>
            </a:pPr>
            <a:r>
              <a:rPr sz="3150" b="0" spc="-400" dirty="0">
                <a:solidFill>
                  <a:srgbClr val="DFEFFF"/>
                </a:solidFill>
                <a:latin typeface="Arial Black" panose="020B0A04020102020204"/>
                <a:cs typeface="Arial Black" panose="020B0A04020102020204"/>
              </a:rPr>
              <a:t>NLP</a:t>
            </a:r>
            <a:r>
              <a:rPr sz="3150" b="0" spc="-370" dirty="0">
                <a:solidFill>
                  <a:srgbClr val="DFEFFF"/>
                </a:solidFill>
                <a:latin typeface="Arial Black" panose="020B0A04020102020204"/>
                <a:cs typeface="Arial Black" panose="020B0A04020102020204"/>
              </a:rPr>
              <a:t> </a:t>
            </a:r>
            <a:r>
              <a:rPr sz="3150" b="0" dirty="0">
                <a:solidFill>
                  <a:srgbClr val="DFEFFF"/>
                </a:solidFill>
                <a:latin typeface="Arial Black" panose="020B0A04020102020204"/>
                <a:cs typeface="Arial Black" panose="020B0A04020102020204"/>
              </a:rPr>
              <a:t>and</a:t>
            </a:r>
            <a:r>
              <a:rPr sz="3150" b="0" spc="-310" dirty="0">
                <a:solidFill>
                  <a:srgbClr val="DFEFFF"/>
                </a:solidFill>
                <a:latin typeface="Arial Black" panose="020B0A04020102020204"/>
                <a:cs typeface="Arial Black" panose="020B0A04020102020204"/>
              </a:rPr>
              <a:t> </a:t>
            </a:r>
            <a:r>
              <a:rPr sz="3150" b="0" spc="-240" dirty="0">
                <a:solidFill>
                  <a:srgbClr val="DFEFFF"/>
                </a:solidFill>
                <a:latin typeface="Arial Black" panose="020B0A04020102020204"/>
                <a:cs typeface="Arial Black" panose="020B0A04020102020204"/>
              </a:rPr>
              <a:t>AI</a:t>
            </a:r>
            <a:r>
              <a:rPr sz="3150" b="0" spc="-335" dirty="0">
                <a:solidFill>
                  <a:srgbClr val="DFEFFF"/>
                </a:solidFill>
                <a:latin typeface="Arial Black" panose="020B0A04020102020204"/>
                <a:cs typeface="Arial Black" panose="020B0A04020102020204"/>
              </a:rPr>
              <a:t> </a:t>
            </a:r>
            <a:r>
              <a:rPr sz="3150" b="0" spc="-60" dirty="0">
                <a:solidFill>
                  <a:srgbClr val="DFEFFF"/>
                </a:solidFill>
                <a:latin typeface="Arial Black" panose="020B0A04020102020204"/>
                <a:cs typeface="Arial Black" panose="020B0A04020102020204"/>
              </a:rPr>
              <a:t>models</a:t>
            </a:r>
            <a:r>
              <a:rPr sz="3150" b="0" spc="-345" dirty="0">
                <a:solidFill>
                  <a:srgbClr val="DFEFFF"/>
                </a:solidFill>
                <a:latin typeface="Arial Black" panose="020B0A04020102020204"/>
                <a:cs typeface="Arial Black" panose="020B0A04020102020204"/>
              </a:rPr>
              <a:t> </a:t>
            </a:r>
            <a:r>
              <a:rPr sz="3150" b="0" spc="-90" dirty="0">
                <a:solidFill>
                  <a:srgbClr val="DFEFFF"/>
                </a:solidFill>
                <a:latin typeface="Arial Black" panose="020B0A04020102020204"/>
                <a:cs typeface="Arial Black" panose="020B0A04020102020204"/>
              </a:rPr>
              <a:t>for</a:t>
            </a:r>
            <a:r>
              <a:rPr sz="3150" b="0" spc="-345" dirty="0">
                <a:solidFill>
                  <a:srgbClr val="DFEFFF"/>
                </a:solidFill>
                <a:latin typeface="Arial Black" panose="020B0A04020102020204"/>
                <a:cs typeface="Arial Black" panose="020B0A04020102020204"/>
              </a:rPr>
              <a:t> </a:t>
            </a:r>
            <a:r>
              <a:rPr sz="3150" b="0" spc="-80" dirty="0">
                <a:solidFill>
                  <a:srgbClr val="DFEFFF"/>
                </a:solidFill>
                <a:latin typeface="Arial Black" panose="020B0A04020102020204"/>
                <a:cs typeface="Arial Black" panose="020B0A04020102020204"/>
              </a:rPr>
              <a:t>extraction</a:t>
            </a:r>
            <a:endParaRPr sz="3150">
              <a:latin typeface="Arial Black" panose="020B0A04020102020204"/>
              <a:cs typeface="Arial Black" panose="020B0A04020102020204"/>
            </a:endParaRPr>
          </a:p>
        </p:txBody>
      </p:sp>
      <p:sp>
        <p:nvSpPr>
          <p:cNvPr id="4" name="object 4"/>
          <p:cNvSpPr txBox="1"/>
          <p:nvPr/>
        </p:nvSpPr>
        <p:spPr>
          <a:xfrm>
            <a:off x="651797" y="2059932"/>
            <a:ext cx="6390005" cy="1024255"/>
          </a:xfrm>
          <a:prstGeom prst="rect">
            <a:avLst/>
          </a:prstGeom>
        </p:spPr>
        <p:txBody>
          <a:bodyPr vert="horz" wrap="square" lIns="0" tIns="10160" rIns="0" bIns="0" rtlCol="0">
            <a:spAutoFit/>
          </a:bodyPr>
          <a:lstStyle/>
          <a:p>
            <a:pPr marL="12700" marR="5080">
              <a:lnSpc>
                <a:spcPct val="102000"/>
              </a:lnSpc>
              <a:spcBef>
                <a:spcPts val="80"/>
              </a:spcBef>
            </a:pPr>
            <a:r>
              <a:rPr sz="1600" dirty="0">
                <a:solidFill>
                  <a:srgbClr val="DFEFFF"/>
                </a:solidFill>
                <a:latin typeface="Times New Roman" panose="02020603050405020304"/>
                <a:cs typeface="Times New Roman" panose="02020603050405020304"/>
              </a:rPr>
              <a:t>SIC</a:t>
            </a:r>
            <a:r>
              <a:rPr sz="1600" spc="5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utilizes</a:t>
            </a:r>
            <a:r>
              <a:rPr sz="1600" spc="7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advanced</a:t>
            </a:r>
            <a:r>
              <a:rPr sz="1600" spc="10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Natural</a:t>
            </a:r>
            <a:r>
              <a:rPr sz="1600" spc="9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Language</a:t>
            </a:r>
            <a:r>
              <a:rPr sz="1600" spc="8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Processing</a:t>
            </a:r>
            <a:r>
              <a:rPr sz="1600" spc="9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(NLP)</a:t>
            </a:r>
            <a:r>
              <a:rPr sz="1600" spc="4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and</a:t>
            </a:r>
            <a:r>
              <a:rPr sz="1600" spc="-2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AI</a:t>
            </a:r>
            <a:r>
              <a:rPr sz="1600" spc="45" dirty="0">
                <a:solidFill>
                  <a:srgbClr val="DFEFFF"/>
                </a:solidFill>
                <a:latin typeface="Times New Roman" panose="02020603050405020304"/>
                <a:cs typeface="Times New Roman" panose="02020603050405020304"/>
              </a:rPr>
              <a:t> </a:t>
            </a:r>
            <a:r>
              <a:rPr sz="1600" spc="-10" dirty="0">
                <a:solidFill>
                  <a:srgbClr val="DFEFFF"/>
                </a:solidFill>
                <a:latin typeface="Times New Roman" panose="02020603050405020304"/>
                <a:cs typeface="Times New Roman" panose="02020603050405020304"/>
              </a:rPr>
              <a:t>models, </a:t>
            </a:r>
            <a:r>
              <a:rPr sz="1600" dirty="0">
                <a:solidFill>
                  <a:srgbClr val="DFEFFF"/>
                </a:solidFill>
                <a:latin typeface="Times New Roman" panose="02020603050405020304"/>
                <a:cs typeface="Times New Roman" panose="02020603050405020304"/>
              </a:rPr>
              <a:t>such</a:t>
            </a:r>
            <a:r>
              <a:rPr sz="1600" spc="6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as</a:t>
            </a:r>
            <a:r>
              <a:rPr sz="1600" spc="2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Google</a:t>
            </a:r>
            <a:r>
              <a:rPr sz="1600" spc="5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Gemini</a:t>
            </a:r>
            <a:r>
              <a:rPr sz="1600" spc="-1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AI,</a:t>
            </a:r>
            <a:r>
              <a:rPr sz="1600" spc="4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to</a:t>
            </a:r>
            <a:r>
              <a:rPr sz="1600" spc="3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automate</a:t>
            </a:r>
            <a:r>
              <a:rPr sz="1600" spc="7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the</a:t>
            </a:r>
            <a:r>
              <a:rPr sz="1600" spc="4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extraction</a:t>
            </a:r>
            <a:r>
              <a:rPr sz="1600" spc="6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of</a:t>
            </a:r>
            <a:r>
              <a:rPr sz="1600" spc="2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crucial</a:t>
            </a:r>
            <a:r>
              <a:rPr sz="1600" spc="6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details</a:t>
            </a:r>
            <a:r>
              <a:rPr sz="1600" spc="30" dirty="0">
                <a:solidFill>
                  <a:srgbClr val="DFEFFF"/>
                </a:solidFill>
                <a:latin typeface="Times New Roman" panose="02020603050405020304"/>
                <a:cs typeface="Times New Roman" panose="02020603050405020304"/>
              </a:rPr>
              <a:t> </a:t>
            </a:r>
            <a:r>
              <a:rPr sz="1600" spc="-20" dirty="0">
                <a:solidFill>
                  <a:srgbClr val="DFEFFF"/>
                </a:solidFill>
                <a:latin typeface="Times New Roman" panose="02020603050405020304"/>
                <a:cs typeface="Times New Roman" panose="02020603050405020304"/>
              </a:rPr>
              <a:t>from </a:t>
            </a:r>
            <a:r>
              <a:rPr sz="1600" dirty="0">
                <a:solidFill>
                  <a:srgbClr val="DFEFFF"/>
                </a:solidFill>
                <a:latin typeface="Times New Roman" panose="02020603050405020304"/>
                <a:cs typeface="Times New Roman" panose="02020603050405020304"/>
              </a:rPr>
              <a:t>resumes.</a:t>
            </a:r>
            <a:r>
              <a:rPr sz="1600" spc="5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This</a:t>
            </a:r>
            <a:r>
              <a:rPr sz="1600" spc="6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ensures</a:t>
            </a:r>
            <a:r>
              <a:rPr sz="1600" spc="8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a</a:t>
            </a:r>
            <a:r>
              <a:rPr sz="1600" spc="3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comprehensive</a:t>
            </a:r>
            <a:r>
              <a:rPr sz="1600" spc="11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analysis</a:t>
            </a:r>
            <a:r>
              <a:rPr sz="1600" spc="7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that</a:t>
            </a:r>
            <a:r>
              <a:rPr sz="1600" spc="6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identifies</a:t>
            </a:r>
            <a:r>
              <a:rPr sz="1600" spc="60" dirty="0">
                <a:solidFill>
                  <a:srgbClr val="DFEFFF"/>
                </a:solidFill>
                <a:latin typeface="Times New Roman" panose="02020603050405020304"/>
                <a:cs typeface="Times New Roman" panose="02020603050405020304"/>
              </a:rPr>
              <a:t> </a:t>
            </a:r>
            <a:r>
              <a:rPr sz="1600" spc="-25" dirty="0">
                <a:solidFill>
                  <a:srgbClr val="DFEFFF"/>
                </a:solidFill>
                <a:latin typeface="Times New Roman" panose="02020603050405020304"/>
                <a:cs typeface="Times New Roman" panose="02020603050405020304"/>
              </a:rPr>
              <a:t>key </a:t>
            </a:r>
            <a:r>
              <a:rPr sz="1600" dirty="0">
                <a:solidFill>
                  <a:srgbClr val="DFEFFF"/>
                </a:solidFill>
                <a:latin typeface="Times New Roman" panose="02020603050405020304"/>
                <a:cs typeface="Times New Roman" panose="02020603050405020304"/>
              </a:rPr>
              <a:t>qualifications</a:t>
            </a:r>
            <a:r>
              <a:rPr sz="1600" spc="7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and</a:t>
            </a:r>
            <a:r>
              <a:rPr sz="1600" spc="3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experiences</a:t>
            </a:r>
            <a:r>
              <a:rPr sz="1600" spc="11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relevant</a:t>
            </a:r>
            <a:r>
              <a:rPr sz="1600" spc="7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to</a:t>
            </a:r>
            <a:r>
              <a:rPr sz="1600" spc="4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job</a:t>
            </a:r>
            <a:r>
              <a:rPr sz="1600" spc="35" dirty="0">
                <a:solidFill>
                  <a:srgbClr val="DFEFFF"/>
                </a:solidFill>
                <a:latin typeface="Times New Roman" panose="02020603050405020304"/>
                <a:cs typeface="Times New Roman" panose="02020603050405020304"/>
              </a:rPr>
              <a:t> </a:t>
            </a:r>
            <a:r>
              <a:rPr sz="1600" spc="-10" dirty="0">
                <a:solidFill>
                  <a:srgbClr val="DFEFFF"/>
                </a:solidFill>
                <a:latin typeface="Times New Roman" panose="02020603050405020304"/>
                <a:cs typeface="Times New Roman" panose="02020603050405020304"/>
              </a:rPr>
              <a:t>positions</a:t>
            </a:r>
            <a:r>
              <a:rPr sz="1600" spc="-10" dirty="0">
                <a:solidFill>
                  <a:srgbClr val="DFEFFF"/>
                </a:solidFill>
                <a:latin typeface="Tahoma" panose="020B0604030504040204"/>
                <a:cs typeface="Tahoma" panose="020B0604030504040204"/>
              </a:rPr>
              <a:t>.</a:t>
            </a:r>
            <a:endParaRPr sz="1600">
              <a:latin typeface="Tahoma" panose="020B0604030504040204"/>
              <a:cs typeface="Tahoma" panose="020B0604030504040204"/>
            </a:endParaRPr>
          </a:p>
        </p:txBody>
      </p:sp>
      <p:pic>
        <p:nvPicPr>
          <p:cNvPr id="5" name="object 5"/>
          <p:cNvPicPr/>
          <p:nvPr/>
        </p:nvPicPr>
        <p:blipFill>
          <a:blip r:embed="rId2" cstate="print"/>
          <a:stretch>
            <a:fillRect/>
          </a:stretch>
        </p:blipFill>
        <p:spPr>
          <a:xfrm>
            <a:off x="88392" y="3662172"/>
            <a:ext cx="3357372" cy="2406395"/>
          </a:xfrm>
          <a:prstGeom prst="rect">
            <a:avLst/>
          </a:prstGeom>
        </p:spPr>
      </p:pic>
      <p:pic>
        <p:nvPicPr>
          <p:cNvPr id="6" name="object 6"/>
          <p:cNvPicPr/>
          <p:nvPr/>
        </p:nvPicPr>
        <p:blipFill>
          <a:blip r:embed="rId3" cstate="print"/>
          <a:stretch>
            <a:fillRect/>
          </a:stretch>
        </p:blipFill>
        <p:spPr>
          <a:xfrm>
            <a:off x="3820667" y="3662172"/>
            <a:ext cx="3436619" cy="2406395"/>
          </a:xfrm>
          <a:prstGeom prst="rect">
            <a:avLst/>
          </a:prstGeom>
        </p:spPr>
      </p:pic>
      <p:pic>
        <p:nvPicPr>
          <p:cNvPr id="7" name="object 7"/>
          <p:cNvPicPr/>
          <p:nvPr/>
        </p:nvPicPr>
        <p:blipFill>
          <a:blip r:embed="rId4" cstate="print"/>
          <a:stretch>
            <a:fillRect/>
          </a:stretch>
        </p:blipFill>
        <p:spPr>
          <a:xfrm>
            <a:off x="7391400" y="3599688"/>
            <a:ext cx="3236975" cy="253898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30" rIns="0" bIns="0" rtlCol="0">
            <a:spAutoFit/>
          </a:bodyPr>
          <a:lstStyle/>
          <a:p>
            <a:pPr marL="181610">
              <a:lnSpc>
                <a:spcPct val="100000"/>
              </a:lnSpc>
              <a:spcBef>
                <a:spcPts val="90"/>
              </a:spcBef>
            </a:pPr>
            <a:r>
              <a:rPr dirty="0"/>
              <a:t>Key</a:t>
            </a:r>
            <a:r>
              <a:rPr spc="-65" dirty="0"/>
              <a:t> </a:t>
            </a:r>
            <a:r>
              <a:rPr dirty="0"/>
              <a:t>Details</a:t>
            </a:r>
            <a:r>
              <a:rPr spc="-85" dirty="0"/>
              <a:t> </a:t>
            </a:r>
            <a:r>
              <a:rPr spc="-10" dirty="0"/>
              <a:t>Evaluation</a:t>
            </a:r>
            <a:endParaRPr spc="-10" dirty="0"/>
          </a:p>
        </p:txBody>
      </p:sp>
      <p:pic>
        <p:nvPicPr>
          <p:cNvPr id="3" name="object 3"/>
          <p:cNvPicPr/>
          <p:nvPr/>
        </p:nvPicPr>
        <p:blipFill>
          <a:blip r:embed="rId1" cstate="print"/>
          <a:stretch>
            <a:fillRect/>
          </a:stretch>
        </p:blipFill>
        <p:spPr>
          <a:xfrm>
            <a:off x="6761988" y="772668"/>
            <a:ext cx="3930396" cy="6013703"/>
          </a:xfrm>
          <a:prstGeom prst="rect">
            <a:avLst/>
          </a:prstGeom>
        </p:spPr>
      </p:pic>
      <p:sp>
        <p:nvSpPr>
          <p:cNvPr id="4" name="object 4"/>
          <p:cNvSpPr txBox="1"/>
          <p:nvPr/>
        </p:nvSpPr>
        <p:spPr>
          <a:xfrm>
            <a:off x="365305" y="2206271"/>
            <a:ext cx="5791200" cy="3031490"/>
          </a:xfrm>
          <a:prstGeom prst="rect">
            <a:avLst/>
          </a:prstGeom>
        </p:spPr>
        <p:txBody>
          <a:bodyPr vert="horz" wrap="square" lIns="0" tIns="10795" rIns="0" bIns="0" rtlCol="0">
            <a:spAutoFit/>
          </a:bodyPr>
          <a:lstStyle/>
          <a:p>
            <a:pPr marL="260985" marR="5080">
              <a:lnSpc>
                <a:spcPct val="102000"/>
              </a:lnSpc>
              <a:spcBef>
                <a:spcPts val="85"/>
              </a:spcBef>
            </a:pPr>
            <a:r>
              <a:rPr sz="1600" dirty="0">
                <a:solidFill>
                  <a:srgbClr val="DFEFFF"/>
                </a:solidFill>
                <a:latin typeface="Times New Roman" panose="02020603050405020304"/>
                <a:cs typeface="Times New Roman" panose="02020603050405020304"/>
              </a:rPr>
              <a:t>The</a:t>
            </a:r>
            <a:r>
              <a:rPr sz="1600" spc="4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system</a:t>
            </a:r>
            <a:r>
              <a:rPr sz="1600" spc="8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evaluates</a:t>
            </a:r>
            <a:r>
              <a:rPr sz="1600" spc="9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resumes</a:t>
            </a:r>
            <a:r>
              <a:rPr sz="1600" spc="9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by</a:t>
            </a:r>
            <a:r>
              <a:rPr sz="1600" spc="3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identifying</a:t>
            </a:r>
            <a:r>
              <a:rPr sz="1600" spc="7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and</a:t>
            </a:r>
            <a:r>
              <a:rPr sz="1600" spc="5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scoring</a:t>
            </a:r>
            <a:r>
              <a:rPr sz="1600" spc="55" dirty="0">
                <a:solidFill>
                  <a:srgbClr val="DFEFFF"/>
                </a:solidFill>
                <a:latin typeface="Times New Roman" panose="02020603050405020304"/>
                <a:cs typeface="Times New Roman" panose="02020603050405020304"/>
              </a:rPr>
              <a:t> </a:t>
            </a:r>
            <a:r>
              <a:rPr sz="1600" spc="-10" dirty="0">
                <a:solidFill>
                  <a:srgbClr val="DFEFFF"/>
                </a:solidFill>
                <a:latin typeface="Times New Roman" panose="02020603050405020304"/>
                <a:cs typeface="Times New Roman" panose="02020603050405020304"/>
              </a:rPr>
              <a:t>essential </a:t>
            </a:r>
            <a:r>
              <a:rPr sz="1600" dirty="0">
                <a:solidFill>
                  <a:srgbClr val="DFEFFF"/>
                </a:solidFill>
                <a:latin typeface="Times New Roman" panose="02020603050405020304"/>
                <a:cs typeface="Times New Roman" panose="02020603050405020304"/>
              </a:rPr>
              <a:t>components</a:t>
            </a:r>
            <a:r>
              <a:rPr sz="1600" spc="10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like</a:t>
            </a:r>
            <a:r>
              <a:rPr sz="1600" spc="4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skills,</a:t>
            </a:r>
            <a:r>
              <a:rPr sz="1600" spc="4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education,</a:t>
            </a:r>
            <a:r>
              <a:rPr sz="1600" spc="10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and</a:t>
            </a:r>
            <a:r>
              <a:rPr sz="1600" spc="4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past</a:t>
            </a:r>
            <a:r>
              <a:rPr sz="1600" spc="7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job</a:t>
            </a:r>
            <a:r>
              <a:rPr sz="1600" spc="4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experiences.</a:t>
            </a:r>
            <a:r>
              <a:rPr sz="1600" spc="100" dirty="0">
                <a:solidFill>
                  <a:srgbClr val="DFEFFF"/>
                </a:solidFill>
                <a:latin typeface="Times New Roman" panose="02020603050405020304"/>
                <a:cs typeface="Times New Roman" panose="02020603050405020304"/>
              </a:rPr>
              <a:t> </a:t>
            </a:r>
            <a:r>
              <a:rPr sz="1600" spc="-25" dirty="0">
                <a:solidFill>
                  <a:srgbClr val="DFEFFF"/>
                </a:solidFill>
                <a:latin typeface="Times New Roman" panose="02020603050405020304"/>
                <a:cs typeface="Times New Roman" panose="02020603050405020304"/>
              </a:rPr>
              <a:t>It </a:t>
            </a:r>
            <a:r>
              <a:rPr sz="1600" dirty="0">
                <a:solidFill>
                  <a:srgbClr val="DFEFFF"/>
                </a:solidFill>
                <a:latin typeface="Times New Roman" panose="02020603050405020304"/>
                <a:cs typeface="Times New Roman" panose="02020603050405020304"/>
              </a:rPr>
              <a:t>highlights</a:t>
            </a:r>
            <a:r>
              <a:rPr sz="1600" spc="4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strengths</a:t>
            </a:r>
            <a:r>
              <a:rPr sz="1600" spc="7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and</a:t>
            </a:r>
            <a:r>
              <a:rPr sz="1600" spc="6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weaknesses</a:t>
            </a:r>
            <a:r>
              <a:rPr sz="1600" spc="12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and</a:t>
            </a:r>
            <a:r>
              <a:rPr sz="1600" spc="6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performs</a:t>
            </a:r>
            <a:r>
              <a:rPr sz="1600" spc="12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gap</a:t>
            </a:r>
            <a:r>
              <a:rPr sz="1600" spc="4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analysis</a:t>
            </a:r>
            <a:r>
              <a:rPr sz="1600" spc="90" dirty="0">
                <a:solidFill>
                  <a:srgbClr val="DFEFFF"/>
                </a:solidFill>
                <a:latin typeface="Times New Roman" panose="02020603050405020304"/>
                <a:cs typeface="Times New Roman" panose="02020603050405020304"/>
              </a:rPr>
              <a:t> </a:t>
            </a:r>
            <a:r>
              <a:rPr sz="1600" spc="-25" dirty="0">
                <a:solidFill>
                  <a:srgbClr val="DFEFFF"/>
                </a:solidFill>
                <a:latin typeface="Times New Roman" panose="02020603050405020304"/>
                <a:cs typeface="Times New Roman" panose="02020603050405020304"/>
              </a:rPr>
              <a:t>to </a:t>
            </a:r>
            <a:r>
              <a:rPr sz="1600" dirty="0">
                <a:solidFill>
                  <a:srgbClr val="DFEFFF"/>
                </a:solidFill>
                <a:latin typeface="Times New Roman" panose="02020603050405020304"/>
                <a:cs typeface="Times New Roman" panose="02020603050405020304"/>
              </a:rPr>
              <a:t>suggest</a:t>
            </a:r>
            <a:r>
              <a:rPr sz="1600" spc="5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areas</a:t>
            </a:r>
            <a:r>
              <a:rPr sz="1600" spc="7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for</a:t>
            </a:r>
            <a:r>
              <a:rPr sz="1600" spc="30" dirty="0">
                <a:solidFill>
                  <a:srgbClr val="DFEFFF"/>
                </a:solidFill>
                <a:latin typeface="Times New Roman" panose="02020603050405020304"/>
                <a:cs typeface="Times New Roman" panose="02020603050405020304"/>
              </a:rPr>
              <a:t> </a:t>
            </a:r>
            <a:r>
              <a:rPr sz="1600" spc="-10" dirty="0">
                <a:solidFill>
                  <a:srgbClr val="DFEFFF"/>
                </a:solidFill>
                <a:latin typeface="Times New Roman" panose="02020603050405020304"/>
                <a:cs typeface="Times New Roman" panose="02020603050405020304"/>
              </a:rPr>
              <a:t>improvement.</a:t>
            </a:r>
            <a:endParaRPr sz="1600">
              <a:latin typeface="Times New Roman" panose="02020603050405020304"/>
              <a:cs typeface="Times New Roman" panose="02020603050405020304"/>
            </a:endParaRPr>
          </a:p>
          <a:p>
            <a:pPr>
              <a:lnSpc>
                <a:spcPct val="100000"/>
              </a:lnSpc>
            </a:pPr>
            <a:endParaRPr sz="1600">
              <a:latin typeface="Times New Roman" panose="02020603050405020304"/>
              <a:cs typeface="Times New Roman" panose="02020603050405020304"/>
            </a:endParaRPr>
          </a:p>
          <a:p>
            <a:pPr>
              <a:lnSpc>
                <a:spcPct val="100000"/>
              </a:lnSpc>
              <a:spcBef>
                <a:spcPts val="605"/>
              </a:spcBef>
            </a:pPr>
            <a:endParaRPr sz="1600">
              <a:latin typeface="Times New Roman" panose="02020603050405020304"/>
              <a:cs typeface="Times New Roman" panose="02020603050405020304"/>
            </a:endParaRPr>
          </a:p>
          <a:p>
            <a:pPr marL="12700">
              <a:lnSpc>
                <a:spcPct val="100000"/>
              </a:lnSpc>
            </a:pPr>
            <a:r>
              <a:rPr sz="2350" b="1" dirty="0">
                <a:solidFill>
                  <a:srgbClr val="DFEFFF"/>
                </a:solidFill>
                <a:latin typeface="Times New Roman" panose="02020603050405020304"/>
                <a:cs typeface="Times New Roman" panose="02020603050405020304"/>
              </a:rPr>
              <a:t>ATS</a:t>
            </a:r>
            <a:r>
              <a:rPr sz="2350" b="1" spc="65" dirty="0">
                <a:solidFill>
                  <a:srgbClr val="DFEFFF"/>
                </a:solidFill>
                <a:latin typeface="Times New Roman" panose="02020603050405020304"/>
                <a:cs typeface="Times New Roman" panose="02020603050405020304"/>
              </a:rPr>
              <a:t> </a:t>
            </a:r>
            <a:r>
              <a:rPr sz="2350" b="1" dirty="0">
                <a:solidFill>
                  <a:srgbClr val="DFEFFF"/>
                </a:solidFill>
                <a:latin typeface="Times New Roman" panose="02020603050405020304"/>
                <a:cs typeface="Times New Roman" panose="02020603050405020304"/>
              </a:rPr>
              <a:t>compatibility</a:t>
            </a:r>
            <a:r>
              <a:rPr sz="2350" b="1" spc="45" dirty="0">
                <a:solidFill>
                  <a:srgbClr val="DFEFFF"/>
                </a:solidFill>
                <a:latin typeface="Times New Roman" panose="02020603050405020304"/>
                <a:cs typeface="Times New Roman" panose="02020603050405020304"/>
              </a:rPr>
              <a:t> </a:t>
            </a:r>
            <a:r>
              <a:rPr sz="2450" b="1" spc="-10" dirty="0">
                <a:solidFill>
                  <a:srgbClr val="DFEFFF"/>
                </a:solidFill>
                <a:latin typeface="Times New Roman" panose="02020603050405020304"/>
                <a:cs typeface="Times New Roman" panose="02020603050405020304"/>
              </a:rPr>
              <a:t>assessment</a:t>
            </a:r>
            <a:endParaRPr sz="2450">
              <a:latin typeface="Times New Roman" panose="02020603050405020304"/>
              <a:cs typeface="Times New Roman" panose="02020603050405020304"/>
            </a:endParaRPr>
          </a:p>
          <a:p>
            <a:pPr marL="332105" marR="814070">
              <a:lnSpc>
                <a:spcPct val="101000"/>
              </a:lnSpc>
              <a:spcBef>
                <a:spcPts val="1560"/>
              </a:spcBef>
            </a:pPr>
            <a:r>
              <a:rPr sz="1400" dirty="0">
                <a:solidFill>
                  <a:srgbClr val="DFEFFF"/>
                </a:solidFill>
                <a:latin typeface="Times New Roman" panose="02020603050405020304"/>
                <a:cs typeface="Times New Roman" panose="02020603050405020304"/>
              </a:rPr>
              <a:t>The</a:t>
            </a:r>
            <a:r>
              <a:rPr sz="1400" spc="-90" dirty="0">
                <a:solidFill>
                  <a:srgbClr val="DFEFFF"/>
                </a:solidFill>
                <a:latin typeface="Times New Roman" panose="02020603050405020304"/>
                <a:cs typeface="Times New Roman" panose="02020603050405020304"/>
              </a:rPr>
              <a:t> </a:t>
            </a:r>
            <a:r>
              <a:rPr sz="1400" spc="-40" dirty="0">
                <a:solidFill>
                  <a:srgbClr val="DFEFFF"/>
                </a:solidFill>
                <a:latin typeface="Times New Roman" panose="02020603050405020304"/>
                <a:cs typeface="Times New Roman" panose="02020603050405020304"/>
              </a:rPr>
              <a:t>ATS</a:t>
            </a:r>
            <a:r>
              <a:rPr sz="1400" spc="-4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(Applicant</a:t>
            </a:r>
            <a:r>
              <a:rPr sz="1400" spc="-7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Tracking</a:t>
            </a:r>
            <a:r>
              <a:rPr sz="1400" spc="-5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System)</a:t>
            </a:r>
            <a:r>
              <a:rPr sz="1400" spc="-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compatibility</a:t>
            </a:r>
            <a:r>
              <a:rPr sz="1400" spc="-35" dirty="0">
                <a:solidFill>
                  <a:srgbClr val="DFEFFF"/>
                </a:solidFill>
                <a:latin typeface="Times New Roman" panose="02020603050405020304"/>
                <a:cs typeface="Times New Roman" panose="02020603050405020304"/>
              </a:rPr>
              <a:t> </a:t>
            </a:r>
            <a:r>
              <a:rPr sz="1400" spc="-10" dirty="0">
                <a:solidFill>
                  <a:srgbClr val="DFEFFF"/>
                </a:solidFill>
                <a:latin typeface="Times New Roman" panose="02020603050405020304"/>
                <a:cs typeface="Times New Roman" panose="02020603050405020304"/>
              </a:rPr>
              <a:t>assessment </a:t>
            </a:r>
            <a:r>
              <a:rPr sz="1400" dirty="0">
                <a:solidFill>
                  <a:srgbClr val="DFEFFF"/>
                </a:solidFill>
                <a:latin typeface="Times New Roman" panose="02020603050405020304"/>
                <a:cs typeface="Times New Roman" panose="02020603050405020304"/>
              </a:rPr>
              <a:t>checks</a:t>
            </a:r>
            <a:r>
              <a:rPr sz="1400" spc="-3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how</a:t>
            </a:r>
            <a:r>
              <a:rPr sz="1400" spc="-3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well</a:t>
            </a:r>
            <a:r>
              <a:rPr sz="1400" spc="-1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a</a:t>
            </a:r>
            <a:r>
              <a:rPr sz="1400" spc="-1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resume</a:t>
            </a:r>
            <a:r>
              <a:rPr sz="1400" spc="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can</a:t>
            </a:r>
            <a:r>
              <a:rPr sz="1400" spc="-1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pass</a:t>
            </a:r>
            <a:r>
              <a:rPr sz="1400" spc="-3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through</a:t>
            </a:r>
            <a:r>
              <a:rPr sz="1400" spc="-4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automated</a:t>
            </a:r>
            <a:r>
              <a:rPr sz="1400" spc="10" dirty="0">
                <a:solidFill>
                  <a:srgbClr val="DFEFFF"/>
                </a:solidFill>
                <a:latin typeface="Times New Roman" panose="02020603050405020304"/>
                <a:cs typeface="Times New Roman" panose="02020603050405020304"/>
              </a:rPr>
              <a:t> </a:t>
            </a:r>
            <a:r>
              <a:rPr sz="1400" spc="-10" dirty="0">
                <a:solidFill>
                  <a:srgbClr val="DFEFFF"/>
                </a:solidFill>
                <a:latin typeface="Times New Roman" panose="02020603050405020304"/>
                <a:cs typeface="Times New Roman" panose="02020603050405020304"/>
              </a:rPr>
              <a:t>screening </a:t>
            </a:r>
            <a:r>
              <a:rPr sz="1400" dirty="0">
                <a:solidFill>
                  <a:srgbClr val="DFEFFF"/>
                </a:solidFill>
                <a:latin typeface="Times New Roman" panose="02020603050405020304"/>
                <a:cs typeface="Times New Roman" panose="02020603050405020304"/>
              </a:rPr>
              <a:t>processes</a:t>
            </a:r>
            <a:r>
              <a:rPr sz="1400" spc="-2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used</a:t>
            </a:r>
            <a:r>
              <a:rPr sz="1400" spc="-2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by employers,</a:t>
            </a:r>
            <a:r>
              <a:rPr sz="1400" spc="2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providing</a:t>
            </a:r>
            <a:r>
              <a:rPr sz="1400" spc="-4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recommendations</a:t>
            </a:r>
            <a:r>
              <a:rPr sz="1600" spc="15" dirty="0">
                <a:solidFill>
                  <a:srgbClr val="DFEFFF"/>
                </a:solidFill>
                <a:latin typeface="Times New Roman" panose="02020603050405020304"/>
                <a:cs typeface="Times New Roman" panose="02020603050405020304"/>
              </a:rPr>
              <a:t> </a:t>
            </a:r>
            <a:r>
              <a:rPr sz="1400" spc="-25" dirty="0">
                <a:solidFill>
                  <a:srgbClr val="DFEFFF"/>
                </a:solidFill>
                <a:latin typeface="Times New Roman" panose="02020603050405020304"/>
                <a:cs typeface="Times New Roman" panose="02020603050405020304"/>
              </a:rPr>
              <a:t>to </a:t>
            </a:r>
            <a:r>
              <a:rPr sz="1400" dirty="0">
                <a:solidFill>
                  <a:srgbClr val="DFEFFF"/>
                </a:solidFill>
                <a:latin typeface="Times New Roman" panose="02020603050405020304"/>
                <a:cs typeface="Times New Roman" panose="02020603050405020304"/>
              </a:rPr>
              <a:t>enhance</a:t>
            </a:r>
            <a:r>
              <a:rPr sz="1400" spc="-1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the</a:t>
            </a:r>
            <a:r>
              <a:rPr sz="1400" spc="-1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resume's</a:t>
            </a:r>
            <a:r>
              <a:rPr sz="1400" spc="-1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visibility</a:t>
            </a:r>
            <a:r>
              <a:rPr sz="1400" spc="-5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and</a:t>
            </a:r>
            <a:r>
              <a:rPr sz="1400" spc="-5" dirty="0">
                <a:solidFill>
                  <a:srgbClr val="DFEFFF"/>
                </a:solidFill>
                <a:latin typeface="Times New Roman" panose="02020603050405020304"/>
                <a:cs typeface="Times New Roman" panose="02020603050405020304"/>
              </a:rPr>
              <a:t> </a:t>
            </a:r>
            <a:r>
              <a:rPr sz="1400" spc="-10" dirty="0">
                <a:solidFill>
                  <a:srgbClr val="DFEFFF"/>
                </a:solidFill>
                <a:latin typeface="Times New Roman" panose="02020603050405020304"/>
                <a:cs typeface="Times New Roman" panose="02020603050405020304"/>
              </a:rPr>
              <a:t>effectiveness.</a:t>
            </a:r>
            <a:endParaRPr sz="1400">
              <a:latin typeface="Times New Roman" panose="02020603050405020304"/>
              <a:cs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772668"/>
            <a:ext cx="10692384" cy="6013703"/>
          </a:xfrm>
          <a:prstGeom prst="rect">
            <a:avLst/>
          </a:prstGeom>
        </p:spPr>
      </p:pic>
      <p:grpSp>
        <p:nvGrpSpPr>
          <p:cNvPr id="3" name="object 3"/>
          <p:cNvGrpSpPr/>
          <p:nvPr/>
        </p:nvGrpSpPr>
        <p:grpSpPr>
          <a:xfrm>
            <a:off x="257555" y="1216152"/>
            <a:ext cx="1391920" cy="1391920"/>
            <a:chOff x="257555" y="1216152"/>
            <a:chExt cx="1391920" cy="1391920"/>
          </a:xfrm>
        </p:grpSpPr>
        <p:sp>
          <p:nvSpPr>
            <p:cNvPr id="4" name="object 4"/>
            <p:cNvSpPr/>
            <p:nvPr/>
          </p:nvSpPr>
          <p:spPr>
            <a:xfrm>
              <a:off x="381000" y="1347216"/>
              <a:ext cx="1251585" cy="1243965"/>
            </a:xfrm>
            <a:custGeom>
              <a:avLst/>
              <a:gdLst/>
              <a:ahLst/>
              <a:cxnLst/>
              <a:rect l="l" t="t" r="r" b="b"/>
              <a:pathLst>
                <a:path w="1251585" h="1243964">
                  <a:moveTo>
                    <a:pt x="1141475" y="1243584"/>
                  </a:moveTo>
                  <a:lnTo>
                    <a:pt x="109728" y="1243584"/>
                  </a:lnTo>
                  <a:lnTo>
                    <a:pt x="66865" y="1234773"/>
                  </a:lnTo>
                  <a:lnTo>
                    <a:pt x="32004" y="1210818"/>
                  </a:lnTo>
                  <a:lnTo>
                    <a:pt x="8572" y="1175432"/>
                  </a:lnTo>
                  <a:lnTo>
                    <a:pt x="0" y="1132332"/>
                  </a:lnTo>
                  <a:lnTo>
                    <a:pt x="0" y="109727"/>
                  </a:lnTo>
                  <a:lnTo>
                    <a:pt x="8572" y="67508"/>
                  </a:lnTo>
                  <a:lnTo>
                    <a:pt x="32004" y="32575"/>
                  </a:lnTo>
                  <a:lnTo>
                    <a:pt x="66865" y="8786"/>
                  </a:lnTo>
                  <a:lnTo>
                    <a:pt x="109728" y="0"/>
                  </a:lnTo>
                  <a:lnTo>
                    <a:pt x="1141475" y="0"/>
                  </a:lnTo>
                  <a:lnTo>
                    <a:pt x="1184338" y="8786"/>
                  </a:lnTo>
                  <a:lnTo>
                    <a:pt x="1219199" y="32575"/>
                  </a:lnTo>
                  <a:lnTo>
                    <a:pt x="1242631" y="67508"/>
                  </a:lnTo>
                  <a:lnTo>
                    <a:pt x="1251204" y="109727"/>
                  </a:lnTo>
                  <a:lnTo>
                    <a:pt x="1251204" y="1132332"/>
                  </a:lnTo>
                  <a:lnTo>
                    <a:pt x="1242631" y="1175432"/>
                  </a:lnTo>
                  <a:lnTo>
                    <a:pt x="1219199" y="1210818"/>
                  </a:lnTo>
                  <a:lnTo>
                    <a:pt x="1184338" y="1234773"/>
                  </a:lnTo>
                  <a:lnTo>
                    <a:pt x="1141475" y="1243584"/>
                  </a:lnTo>
                  <a:close/>
                </a:path>
              </a:pathLst>
            </a:custGeom>
            <a:solidFill>
              <a:srgbClr val="4F7CB8"/>
            </a:solidFill>
          </p:spPr>
          <p:txBody>
            <a:bodyPr wrap="square" lIns="0" tIns="0" rIns="0" bIns="0" rtlCol="0"/>
            <a:lstStyle/>
            <a:p/>
          </p:txBody>
        </p:sp>
        <p:sp>
          <p:nvSpPr>
            <p:cNvPr id="5" name="object 5"/>
            <p:cNvSpPr/>
            <p:nvPr/>
          </p:nvSpPr>
          <p:spPr>
            <a:xfrm>
              <a:off x="381000" y="1347216"/>
              <a:ext cx="1251585" cy="1243965"/>
            </a:xfrm>
            <a:custGeom>
              <a:avLst/>
              <a:gdLst/>
              <a:ahLst/>
              <a:cxnLst/>
              <a:rect l="l" t="t" r="r" b="b"/>
              <a:pathLst>
                <a:path w="1251585" h="1243964">
                  <a:moveTo>
                    <a:pt x="0" y="109727"/>
                  </a:moveTo>
                  <a:lnTo>
                    <a:pt x="8572" y="67508"/>
                  </a:lnTo>
                  <a:lnTo>
                    <a:pt x="32004" y="32575"/>
                  </a:lnTo>
                  <a:lnTo>
                    <a:pt x="66865" y="8786"/>
                  </a:lnTo>
                  <a:lnTo>
                    <a:pt x="109728" y="0"/>
                  </a:lnTo>
                  <a:lnTo>
                    <a:pt x="1141475" y="0"/>
                  </a:lnTo>
                  <a:lnTo>
                    <a:pt x="1184338" y="8786"/>
                  </a:lnTo>
                  <a:lnTo>
                    <a:pt x="1219199" y="32575"/>
                  </a:lnTo>
                  <a:lnTo>
                    <a:pt x="1242631" y="67508"/>
                  </a:lnTo>
                  <a:lnTo>
                    <a:pt x="1251204" y="109727"/>
                  </a:lnTo>
                  <a:lnTo>
                    <a:pt x="1251204" y="1132332"/>
                  </a:lnTo>
                  <a:lnTo>
                    <a:pt x="1242631" y="1175432"/>
                  </a:lnTo>
                  <a:lnTo>
                    <a:pt x="1219199" y="1210818"/>
                  </a:lnTo>
                  <a:lnTo>
                    <a:pt x="1184338" y="1234773"/>
                  </a:lnTo>
                  <a:lnTo>
                    <a:pt x="1141475" y="1243584"/>
                  </a:lnTo>
                  <a:lnTo>
                    <a:pt x="109728" y="1243584"/>
                  </a:lnTo>
                  <a:lnTo>
                    <a:pt x="66865" y="1234773"/>
                  </a:lnTo>
                  <a:lnTo>
                    <a:pt x="32004" y="1210818"/>
                  </a:lnTo>
                  <a:lnTo>
                    <a:pt x="8572" y="1175432"/>
                  </a:lnTo>
                  <a:lnTo>
                    <a:pt x="0" y="1132332"/>
                  </a:lnTo>
                  <a:lnTo>
                    <a:pt x="0" y="109727"/>
                  </a:lnTo>
                  <a:close/>
                </a:path>
              </a:pathLst>
            </a:custGeom>
            <a:ln w="33528">
              <a:solidFill>
                <a:srgbClr val="4F7CB8"/>
              </a:solidFill>
            </a:ln>
          </p:spPr>
          <p:txBody>
            <a:bodyPr wrap="square" lIns="0" tIns="0" rIns="0" bIns="0" rtlCol="0"/>
            <a:lstStyle/>
            <a:p/>
          </p:txBody>
        </p:sp>
        <p:sp>
          <p:nvSpPr>
            <p:cNvPr id="6" name="object 6"/>
            <p:cNvSpPr/>
            <p:nvPr/>
          </p:nvSpPr>
          <p:spPr>
            <a:xfrm>
              <a:off x="274319" y="1232916"/>
              <a:ext cx="1251585" cy="1242060"/>
            </a:xfrm>
            <a:custGeom>
              <a:avLst/>
              <a:gdLst/>
              <a:ahLst/>
              <a:cxnLst/>
              <a:rect l="l" t="t" r="r" b="b"/>
              <a:pathLst>
                <a:path w="1251585" h="1242060">
                  <a:moveTo>
                    <a:pt x="1141475" y="1242059"/>
                  </a:moveTo>
                  <a:lnTo>
                    <a:pt x="109728" y="1242059"/>
                  </a:lnTo>
                  <a:lnTo>
                    <a:pt x="66865" y="1233487"/>
                  </a:lnTo>
                  <a:lnTo>
                    <a:pt x="32004" y="1210055"/>
                  </a:lnTo>
                  <a:lnTo>
                    <a:pt x="8572" y="1175194"/>
                  </a:lnTo>
                  <a:lnTo>
                    <a:pt x="0" y="1132332"/>
                  </a:lnTo>
                  <a:lnTo>
                    <a:pt x="0" y="109727"/>
                  </a:lnTo>
                  <a:lnTo>
                    <a:pt x="8572" y="66865"/>
                  </a:lnTo>
                  <a:lnTo>
                    <a:pt x="32004" y="32003"/>
                  </a:lnTo>
                  <a:lnTo>
                    <a:pt x="66865" y="8572"/>
                  </a:lnTo>
                  <a:lnTo>
                    <a:pt x="109728" y="0"/>
                  </a:lnTo>
                  <a:lnTo>
                    <a:pt x="1141475" y="0"/>
                  </a:lnTo>
                  <a:lnTo>
                    <a:pt x="1184338" y="8572"/>
                  </a:lnTo>
                  <a:lnTo>
                    <a:pt x="1219199" y="32003"/>
                  </a:lnTo>
                  <a:lnTo>
                    <a:pt x="1242631" y="66865"/>
                  </a:lnTo>
                  <a:lnTo>
                    <a:pt x="1251204" y="109727"/>
                  </a:lnTo>
                  <a:lnTo>
                    <a:pt x="1251204" y="1132332"/>
                  </a:lnTo>
                  <a:lnTo>
                    <a:pt x="1242631" y="1175194"/>
                  </a:lnTo>
                  <a:lnTo>
                    <a:pt x="1219199" y="1210055"/>
                  </a:lnTo>
                  <a:lnTo>
                    <a:pt x="1184338" y="1233487"/>
                  </a:lnTo>
                  <a:lnTo>
                    <a:pt x="1141475" y="1242059"/>
                  </a:lnTo>
                  <a:close/>
                </a:path>
              </a:pathLst>
            </a:custGeom>
            <a:solidFill>
              <a:srgbClr val="FFFFFF"/>
            </a:solidFill>
          </p:spPr>
          <p:txBody>
            <a:bodyPr wrap="square" lIns="0" tIns="0" rIns="0" bIns="0" rtlCol="0"/>
            <a:lstStyle/>
            <a:p/>
          </p:txBody>
        </p:sp>
        <p:sp>
          <p:nvSpPr>
            <p:cNvPr id="7" name="object 7"/>
            <p:cNvSpPr/>
            <p:nvPr/>
          </p:nvSpPr>
          <p:spPr>
            <a:xfrm>
              <a:off x="274319" y="1232916"/>
              <a:ext cx="1251585" cy="1242060"/>
            </a:xfrm>
            <a:custGeom>
              <a:avLst/>
              <a:gdLst/>
              <a:ahLst/>
              <a:cxnLst/>
              <a:rect l="l" t="t" r="r" b="b"/>
              <a:pathLst>
                <a:path w="1251585" h="1242060">
                  <a:moveTo>
                    <a:pt x="0" y="109727"/>
                  </a:moveTo>
                  <a:lnTo>
                    <a:pt x="8572" y="66865"/>
                  </a:lnTo>
                  <a:lnTo>
                    <a:pt x="32004" y="32003"/>
                  </a:lnTo>
                  <a:lnTo>
                    <a:pt x="66865" y="8572"/>
                  </a:lnTo>
                  <a:lnTo>
                    <a:pt x="109728" y="0"/>
                  </a:lnTo>
                  <a:lnTo>
                    <a:pt x="1141475" y="0"/>
                  </a:lnTo>
                  <a:lnTo>
                    <a:pt x="1184338" y="8572"/>
                  </a:lnTo>
                  <a:lnTo>
                    <a:pt x="1219199" y="32003"/>
                  </a:lnTo>
                  <a:lnTo>
                    <a:pt x="1242631" y="66865"/>
                  </a:lnTo>
                  <a:lnTo>
                    <a:pt x="1251204" y="109727"/>
                  </a:lnTo>
                  <a:lnTo>
                    <a:pt x="1251204" y="1132332"/>
                  </a:lnTo>
                  <a:lnTo>
                    <a:pt x="1242631" y="1175194"/>
                  </a:lnTo>
                  <a:lnTo>
                    <a:pt x="1219199" y="1210055"/>
                  </a:lnTo>
                  <a:lnTo>
                    <a:pt x="1184338" y="1233487"/>
                  </a:lnTo>
                  <a:lnTo>
                    <a:pt x="1141475" y="1242059"/>
                  </a:lnTo>
                  <a:lnTo>
                    <a:pt x="109728" y="1242059"/>
                  </a:lnTo>
                  <a:lnTo>
                    <a:pt x="66865" y="1233487"/>
                  </a:lnTo>
                  <a:lnTo>
                    <a:pt x="32004" y="1210055"/>
                  </a:lnTo>
                  <a:lnTo>
                    <a:pt x="8572" y="1175194"/>
                  </a:lnTo>
                  <a:lnTo>
                    <a:pt x="0" y="1132332"/>
                  </a:lnTo>
                  <a:lnTo>
                    <a:pt x="0" y="109727"/>
                  </a:lnTo>
                  <a:close/>
                </a:path>
              </a:pathLst>
            </a:custGeom>
            <a:ln w="33528">
              <a:solidFill>
                <a:srgbClr val="4F7CB8"/>
              </a:solidFill>
            </a:ln>
          </p:spPr>
          <p:txBody>
            <a:bodyPr wrap="square" lIns="0" tIns="0" rIns="0" bIns="0" rtlCol="0"/>
            <a:lstStyle/>
            <a:p/>
          </p:txBody>
        </p:sp>
      </p:grpSp>
      <p:sp>
        <p:nvSpPr>
          <p:cNvPr id="8" name="object 8"/>
          <p:cNvSpPr txBox="1"/>
          <p:nvPr/>
        </p:nvSpPr>
        <p:spPr>
          <a:xfrm>
            <a:off x="1910649" y="1500540"/>
            <a:ext cx="6335395" cy="739140"/>
          </a:xfrm>
          <a:prstGeom prst="rect">
            <a:avLst/>
          </a:prstGeom>
        </p:spPr>
        <p:txBody>
          <a:bodyPr vert="horz" wrap="square" lIns="0" tIns="16510" rIns="0" bIns="0" rtlCol="0">
            <a:spAutoFit/>
          </a:bodyPr>
          <a:lstStyle/>
          <a:p>
            <a:pPr marL="12700">
              <a:lnSpc>
                <a:spcPct val="100000"/>
              </a:lnSpc>
              <a:spcBef>
                <a:spcPts val="130"/>
              </a:spcBef>
            </a:pPr>
            <a:r>
              <a:rPr sz="4650" spc="-185" dirty="0">
                <a:solidFill>
                  <a:srgbClr val="DFEFFF"/>
                </a:solidFill>
                <a:latin typeface="Arial Black" panose="020B0A04020102020204"/>
                <a:cs typeface="Arial Black" panose="020B0A04020102020204"/>
              </a:rPr>
              <a:t>Interview</a:t>
            </a:r>
            <a:r>
              <a:rPr sz="4650" spc="-515" dirty="0">
                <a:solidFill>
                  <a:srgbClr val="DFEFFF"/>
                </a:solidFill>
                <a:latin typeface="Arial Black" panose="020B0A04020102020204"/>
                <a:cs typeface="Arial Black" panose="020B0A04020102020204"/>
              </a:rPr>
              <a:t> </a:t>
            </a:r>
            <a:r>
              <a:rPr sz="4650" spc="-185" dirty="0">
                <a:solidFill>
                  <a:srgbClr val="DFEFFF"/>
                </a:solidFill>
                <a:latin typeface="Arial Black" panose="020B0A04020102020204"/>
                <a:cs typeface="Arial Black" panose="020B0A04020102020204"/>
              </a:rPr>
              <a:t>Prep</a:t>
            </a:r>
            <a:r>
              <a:rPr sz="4650" spc="-530" dirty="0">
                <a:solidFill>
                  <a:srgbClr val="DFEFFF"/>
                </a:solidFill>
                <a:latin typeface="Arial Black" panose="020B0A04020102020204"/>
                <a:cs typeface="Arial Black" panose="020B0A04020102020204"/>
              </a:rPr>
              <a:t> </a:t>
            </a:r>
            <a:r>
              <a:rPr sz="4650" spc="-65" dirty="0">
                <a:solidFill>
                  <a:srgbClr val="DFEFFF"/>
                </a:solidFill>
                <a:latin typeface="Arial Black" panose="020B0A04020102020204"/>
                <a:cs typeface="Arial Black" panose="020B0A04020102020204"/>
              </a:rPr>
              <a:t>Guide</a:t>
            </a:r>
            <a:endParaRPr sz="4650">
              <a:latin typeface="Arial Black" panose="020B0A04020102020204"/>
              <a:cs typeface="Arial Black" panose="020B0A04020102020204"/>
            </a:endParaRPr>
          </a:p>
        </p:txBody>
      </p:sp>
      <p:sp>
        <p:nvSpPr>
          <p:cNvPr id="9" name="object 9"/>
          <p:cNvSpPr txBox="1">
            <a:spLocks noGrp="1"/>
          </p:cNvSpPr>
          <p:nvPr>
            <p:ph type="title"/>
          </p:nvPr>
        </p:nvSpPr>
        <p:spPr>
          <a:xfrm>
            <a:off x="476458" y="1418519"/>
            <a:ext cx="751205" cy="739140"/>
          </a:xfrm>
          <a:prstGeom prst="rect">
            <a:avLst/>
          </a:prstGeom>
        </p:spPr>
        <p:txBody>
          <a:bodyPr vert="horz" wrap="square" lIns="0" tIns="16510" rIns="0" bIns="0" rtlCol="0">
            <a:spAutoFit/>
          </a:bodyPr>
          <a:lstStyle/>
          <a:p>
            <a:pPr marL="12700">
              <a:lnSpc>
                <a:spcPct val="100000"/>
              </a:lnSpc>
              <a:spcBef>
                <a:spcPts val="130"/>
              </a:spcBef>
            </a:pPr>
            <a:r>
              <a:rPr sz="4650" b="0" spc="-280" dirty="0">
                <a:solidFill>
                  <a:srgbClr val="21244B"/>
                </a:solidFill>
                <a:latin typeface="Arial Black" panose="020B0A04020102020204"/>
                <a:cs typeface="Arial Black" panose="020B0A04020102020204"/>
              </a:rPr>
              <a:t>02</a:t>
            </a:r>
            <a:endParaRPr sz="4650">
              <a:latin typeface="Arial Black" panose="020B0A04020102020204"/>
              <a:cs typeface="Arial Black" panose="020B0A04020102020204"/>
            </a:endParaRPr>
          </a:p>
        </p:txBody>
      </p:sp>
      <p:sp>
        <p:nvSpPr>
          <p:cNvPr id="10" name="object 10"/>
          <p:cNvSpPr txBox="1"/>
          <p:nvPr/>
        </p:nvSpPr>
        <p:spPr>
          <a:xfrm>
            <a:off x="1066323" y="3058358"/>
            <a:ext cx="7795895" cy="1969135"/>
          </a:xfrm>
          <a:prstGeom prst="rect">
            <a:avLst/>
          </a:prstGeom>
        </p:spPr>
        <p:txBody>
          <a:bodyPr vert="horz" wrap="square" lIns="0" tIns="141605" rIns="0" bIns="0" rtlCol="0">
            <a:spAutoFit/>
          </a:bodyPr>
          <a:lstStyle/>
          <a:p>
            <a:pPr marL="346075" indent="-333375">
              <a:lnSpc>
                <a:spcPct val="100000"/>
              </a:lnSpc>
              <a:spcBef>
                <a:spcPts val="1115"/>
              </a:spcBef>
              <a:buFont typeface="Times New Roman" panose="02020603050405020304"/>
              <a:buChar char="❖"/>
              <a:tabLst>
                <a:tab pos="346075" algn="l"/>
              </a:tabLst>
            </a:pPr>
            <a:r>
              <a:rPr sz="1600" spc="60" dirty="0">
                <a:solidFill>
                  <a:srgbClr val="FFFFFF"/>
                </a:solidFill>
                <a:latin typeface="Tahoma" panose="020B0604030504040204"/>
                <a:cs typeface="Tahoma" panose="020B0604030504040204"/>
              </a:rPr>
              <a:t>PERSONALIZED</a:t>
            </a:r>
            <a:r>
              <a:rPr sz="1600" spc="45" dirty="0">
                <a:solidFill>
                  <a:srgbClr val="FFFFFF"/>
                </a:solidFill>
                <a:latin typeface="Tahoma" panose="020B0604030504040204"/>
                <a:cs typeface="Tahoma" panose="020B0604030504040204"/>
              </a:rPr>
              <a:t> </a:t>
            </a:r>
            <a:r>
              <a:rPr sz="1600" dirty="0">
                <a:solidFill>
                  <a:srgbClr val="FFFFFF"/>
                </a:solidFill>
                <a:latin typeface="Tahoma" panose="020B0604030504040204"/>
                <a:cs typeface="Tahoma" panose="020B0604030504040204"/>
              </a:rPr>
              <a:t>INTERVIEW</a:t>
            </a:r>
            <a:r>
              <a:rPr sz="1600" spc="15" dirty="0">
                <a:solidFill>
                  <a:srgbClr val="FFFFFF"/>
                </a:solidFill>
                <a:latin typeface="Tahoma" panose="020B0604030504040204"/>
                <a:cs typeface="Tahoma" panose="020B0604030504040204"/>
              </a:rPr>
              <a:t> </a:t>
            </a:r>
            <a:r>
              <a:rPr sz="1600" spc="65" dirty="0">
                <a:solidFill>
                  <a:srgbClr val="FFFFFF"/>
                </a:solidFill>
                <a:latin typeface="Tahoma" panose="020B0604030504040204"/>
                <a:cs typeface="Tahoma" panose="020B0604030504040204"/>
              </a:rPr>
              <a:t>QUESTION</a:t>
            </a:r>
            <a:r>
              <a:rPr sz="1600" spc="15" dirty="0">
                <a:solidFill>
                  <a:srgbClr val="FFFFFF"/>
                </a:solidFill>
                <a:latin typeface="Tahoma" panose="020B0604030504040204"/>
                <a:cs typeface="Tahoma" panose="020B0604030504040204"/>
              </a:rPr>
              <a:t> </a:t>
            </a:r>
            <a:r>
              <a:rPr sz="1600" spc="70" dirty="0">
                <a:solidFill>
                  <a:srgbClr val="FFFFFF"/>
                </a:solidFill>
                <a:latin typeface="Tahoma" panose="020B0604030504040204"/>
                <a:cs typeface="Tahoma" panose="020B0604030504040204"/>
              </a:rPr>
              <a:t>GENERATION</a:t>
            </a:r>
            <a:r>
              <a:rPr sz="1600" spc="55" dirty="0">
                <a:solidFill>
                  <a:srgbClr val="FFFFFF"/>
                </a:solidFill>
                <a:latin typeface="Tahoma" panose="020B0604030504040204"/>
                <a:cs typeface="Tahoma" panose="020B0604030504040204"/>
              </a:rPr>
              <a:t> </a:t>
            </a:r>
            <a:r>
              <a:rPr sz="1600" spc="85" dirty="0">
                <a:solidFill>
                  <a:srgbClr val="FFFFFF"/>
                </a:solidFill>
                <a:latin typeface="Tahoma" panose="020B0604030504040204"/>
                <a:cs typeface="Tahoma" panose="020B0604030504040204"/>
              </a:rPr>
              <a:t>BASED</a:t>
            </a:r>
            <a:r>
              <a:rPr sz="1600" spc="5" dirty="0">
                <a:solidFill>
                  <a:srgbClr val="FFFFFF"/>
                </a:solidFill>
                <a:latin typeface="Tahoma" panose="020B0604030504040204"/>
                <a:cs typeface="Tahoma" panose="020B0604030504040204"/>
              </a:rPr>
              <a:t> </a:t>
            </a:r>
            <a:r>
              <a:rPr sz="1600" spc="165" dirty="0">
                <a:solidFill>
                  <a:srgbClr val="FFFFFF"/>
                </a:solidFill>
                <a:latin typeface="Tahoma" panose="020B0604030504040204"/>
                <a:cs typeface="Tahoma" panose="020B0604030504040204"/>
              </a:rPr>
              <a:t>ON</a:t>
            </a:r>
            <a:r>
              <a:rPr sz="1600" spc="40" dirty="0">
                <a:solidFill>
                  <a:srgbClr val="FFFFFF"/>
                </a:solidFill>
                <a:latin typeface="Tahoma" panose="020B0604030504040204"/>
                <a:cs typeface="Tahoma" panose="020B0604030504040204"/>
              </a:rPr>
              <a:t> </a:t>
            </a:r>
            <a:r>
              <a:rPr sz="1600" spc="70" dirty="0">
                <a:solidFill>
                  <a:srgbClr val="FFFFFF"/>
                </a:solidFill>
                <a:latin typeface="Tahoma" panose="020B0604030504040204"/>
                <a:cs typeface="Tahoma" panose="020B0604030504040204"/>
              </a:rPr>
              <a:t>RESUME</a:t>
            </a:r>
            <a:endParaRPr sz="1600">
              <a:latin typeface="Tahoma" panose="020B0604030504040204"/>
              <a:cs typeface="Tahoma" panose="020B0604030504040204"/>
            </a:endParaRPr>
          </a:p>
          <a:p>
            <a:pPr marL="346075" indent="-333375">
              <a:lnSpc>
                <a:spcPct val="100000"/>
              </a:lnSpc>
              <a:spcBef>
                <a:spcPts val="1020"/>
              </a:spcBef>
              <a:buFont typeface="Times New Roman" panose="02020603050405020304"/>
              <a:buChar char="❖"/>
              <a:tabLst>
                <a:tab pos="346075" algn="l"/>
              </a:tabLst>
            </a:pPr>
            <a:r>
              <a:rPr sz="1600" spc="55" dirty="0">
                <a:solidFill>
                  <a:srgbClr val="FFFFFF"/>
                </a:solidFill>
                <a:latin typeface="Tahoma" panose="020B0604030504040204"/>
                <a:cs typeface="Tahoma" panose="020B0604030504040204"/>
              </a:rPr>
              <a:t>SUGGESTING</a:t>
            </a:r>
            <a:r>
              <a:rPr sz="1600" spc="10" dirty="0">
                <a:solidFill>
                  <a:srgbClr val="FFFFFF"/>
                </a:solidFill>
                <a:latin typeface="Tahoma" panose="020B0604030504040204"/>
                <a:cs typeface="Tahoma" panose="020B0604030504040204"/>
              </a:rPr>
              <a:t> </a:t>
            </a:r>
            <a:r>
              <a:rPr sz="1600" dirty="0">
                <a:solidFill>
                  <a:srgbClr val="FFFFFF"/>
                </a:solidFill>
                <a:latin typeface="Tahoma" panose="020B0604030504040204"/>
                <a:cs typeface="Tahoma" panose="020B0604030504040204"/>
              </a:rPr>
              <a:t>BEST</a:t>
            </a:r>
            <a:r>
              <a:rPr sz="1600" spc="-40" dirty="0">
                <a:solidFill>
                  <a:srgbClr val="FFFFFF"/>
                </a:solidFill>
                <a:latin typeface="Tahoma" panose="020B0604030504040204"/>
                <a:cs typeface="Tahoma" panose="020B0604030504040204"/>
              </a:rPr>
              <a:t> </a:t>
            </a:r>
            <a:r>
              <a:rPr sz="1600" spc="155" dirty="0">
                <a:solidFill>
                  <a:srgbClr val="FFFFFF"/>
                </a:solidFill>
                <a:latin typeface="Tahoma" panose="020B0604030504040204"/>
                <a:cs typeface="Tahoma" panose="020B0604030504040204"/>
              </a:rPr>
              <a:t>WAY</a:t>
            </a:r>
            <a:r>
              <a:rPr sz="1600" spc="-35" dirty="0">
                <a:solidFill>
                  <a:srgbClr val="FFFFFF"/>
                </a:solidFill>
                <a:latin typeface="Tahoma" panose="020B0604030504040204"/>
                <a:cs typeface="Tahoma" panose="020B0604030504040204"/>
              </a:rPr>
              <a:t> </a:t>
            </a:r>
            <a:r>
              <a:rPr sz="1600" spc="114" dirty="0">
                <a:solidFill>
                  <a:srgbClr val="FFFFFF"/>
                </a:solidFill>
                <a:latin typeface="Tahoma" panose="020B0604030504040204"/>
                <a:cs typeface="Tahoma" panose="020B0604030504040204"/>
              </a:rPr>
              <a:t>OF</a:t>
            </a:r>
            <a:r>
              <a:rPr sz="1600" spc="-45" dirty="0">
                <a:solidFill>
                  <a:srgbClr val="FFFFFF"/>
                </a:solidFill>
                <a:latin typeface="Tahoma" panose="020B0604030504040204"/>
                <a:cs typeface="Tahoma" panose="020B0604030504040204"/>
              </a:rPr>
              <a:t> </a:t>
            </a:r>
            <a:r>
              <a:rPr sz="1600" spc="110" dirty="0">
                <a:solidFill>
                  <a:srgbClr val="FFFFFF"/>
                </a:solidFill>
                <a:latin typeface="Tahoma" panose="020B0604030504040204"/>
                <a:cs typeface="Tahoma" panose="020B0604030504040204"/>
              </a:rPr>
              <a:t>APPROACH</a:t>
            </a:r>
            <a:r>
              <a:rPr sz="1600" spc="-10" dirty="0">
                <a:solidFill>
                  <a:srgbClr val="FFFFFF"/>
                </a:solidFill>
                <a:latin typeface="Tahoma" panose="020B0604030504040204"/>
                <a:cs typeface="Tahoma" panose="020B0604030504040204"/>
              </a:rPr>
              <a:t> </a:t>
            </a:r>
            <a:r>
              <a:rPr sz="1600" spc="85" dirty="0">
                <a:solidFill>
                  <a:srgbClr val="FFFFFF"/>
                </a:solidFill>
                <a:latin typeface="Tahoma" panose="020B0604030504040204"/>
                <a:cs typeface="Tahoma" panose="020B0604030504040204"/>
              </a:rPr>
              <a:t>TO</a:t>
            </a:r>
            <a:r>
              <a:rPr sz="1600" spc="-40" dirty="0">
                <a:solidFill>
                  <a:srgbClr val="FFFFFF"/>
                </a:solidFill>
                <a:latin typeface="Tahoma" panose="020B0604030504040204"/>
                <a:cs typeface="Tahoma" panose="020B0604030504040204"/>
              </a:rPr>
              <a:t> </a:t>
            </a:r>
            <a:r>
              <a:rPr sz="1600" spc="90" dirty="0">
                <a:solidFill>
                  <a:srgbClr val="FFFFFF"/>
                </a:solidFill>
                <a:latin typeface="Tahoma" panose="020B0604030504040204"/>
                <a:cs typeface="Tahoma" panose="020B0604030504040204"/>
              </a:rPr>
              <a:t>ANSWER</a:t>
            </a:r>
            <a:endParaRPr sz="1600">
              <a:latin typeface="Tahoma" panose="020B0604030504040204"/>
              <a:cs typeface="Tahoma" panose="020B0604030504040204"/>
            </a:endParaRPr>
          </a:p>
          <a:p>
            <a:pPr marL="346075" marR="197485" indent="-334010">
              <a:lnSpc>
                <a:spcPts val="1780"/>
              </a:lnSpc>
              <a:spcBef>
                <a:spcPts val="1195"/>
              </a:spcBef>
              <a:buFont typeface="Times New Roman" panose="02020603050405020304"/>
              <a:buChar char="❖"/>
              <a:tabLst>
                <a:tab pos="346075" algn="l"/>
              </a:tabLst>
            </a:pPr>
            <a:r>
              <a:rPr sz="1600" spc="145" dirty="0">
                <a:solidFill>
                  <a:srgbClr val="FFFFFF"/>
                </a:solidFill>
                <a:latin typeface="Tahoma" panose="020B0604030504040204"/>
                <a:cs typeface="Tahoma" panose="020B0604030504040204"/>
              </a:rPr>
              <a:t>COMPANY</a:t>
            </a:r>
            <a:r>
              <a:rPr sz="1600" spc="-10" dirty="0">
                <a:solidFill>
                  <a:srgbClr val="FFFFFF"/>
                </a:solidFill>
                <a:latin typeface="Tahoma" panose="020B0604030504040204"/>
                <a:cs typeface="Tahoma" panose="020B0604030504040204"/>
              </a:rPr>
              <a:t> </a:t>
            </a:r>
            <a:r>
              <a:rPr sz="1600" dirty="0">
                <a:solidFill>
                  <a:srgbClr val="FFFFFF"/>
                </a:solidFill>
                <a:latin typeface="Tahoma" panose="020B0604030504040204"/>
                <a:cs typeface="Tahoma" panose="020B0604030504040204"/>
              </a:rPr>
              <a:t>SPECIFIC</a:t>
            </a:r>
            <a:r>
              <a:rPr sz="1600" spc="-65" dirty="0">
                <a:solidFill>
                  <a:srgbClr val="FFFFFF"/>
                </a:solidFill>
                <a:latin typeface="Tahoma" panose="020B0604030504040204"/>
                <a:cs typeface="Tahoma" panose="020B0604030504040204"/>
              </a:rPr>
              <a:t> </a:t>
            </a:r>
            <a:r>
              <a:rPr sz="1600" spc="65" dirty="0">
                <a:solidFill>
                  <a:srgbClr val="FFFFFF"/>
                </a:solidFill>
                <a:latin typeface="Tahoma" panose="020B0604030504040204"/>
                <a:cs typeface="Tahoma" panose="020B0604030504040204"/>
              </a:rPr>
              <a:t>ROLE</a:t>
            </a:r>
            <a:r>
              <a:rPr sz="1600" spc="415" dirty="0">
                <a:solidFill>
                  <a:srgbClr val="FFFFFF"/>
                </a:solidFill>
                <a:latin typeface="Tahoma" panose="020B0604030504040204"/>
                <a:cs typeface="Tahoma" panose="020B0604030504040204"/>
              </a:rPr>
              <a:t> </a:t>
            </a:r>
            <a:r>
              <a:rPr sz="1600" spc="80" dirty="0">
                <a:solidFill>
                  <a:srgbClr val="FFFFFF"/>
                </a:solidFill>
                <a:latin typeface="Tahoma" panose="020B0604030504040204"/>
                <a:cs typeface="Tahoma" panose="020B0604030504040204"/>
              </a:rPr>
              <a:t>BASED</a:t>
            </a:r>
            <a:r>
              <a:rPr sz="1600" spc="-40" dirty="0">
                <a:solidFill>
                  <a:srgbClr val="FFFFFF"/>
                </a:solidFill>
                <a:latin typeface="Tahoma" panose="020B0604030504040204"/>
                <a:cs typeface="Tahoma" panose="020B0604030504040204"/>
              </a:rPr>
              <a:t> </a:t>
            </a:r>
            <a:r>
              <a:rPr sz="1600" spc="55" dirty="0">
                <a:solidFill>
                  <a:srgbClr val="FFFFFF"/>
                </a:solidFill>
                <a:latin typeface="Tahoma" panose="020B0604030504040204"/>
                <a:cs typeface="Tahoma" panose="020B0604030504040204"/>
              </a:rPr>
              <a:t>PREVIOUS</a:t>
            </a:r>
            <a:r>
              <a:rPr sz="1600" spc="-40" dirty="0">
                <a:solidFill>
                  <a:srgbClr val="FFFFFF"/>
                </a:solidFill>
                <a:latin typeface="Tahoma" panose="020B0604030504040204"/>
                <a:cs typeface="Tahoma" panose="020B0604030504040204"/>
              </a:rPr>
              <a:t> </a:t>
            </a:r>
            <a:r>
              <a:rPr sz="1600" spc="50" dirty="0">
                <a:solidFill>
                  <a:srgbClr val="FFFFFF"/>
                </a:solidFill>
                <a:latin typeface="Tahoma" panose="020B0604030504040204"/>
                <a:cs typeface="Tahoma" panose="020B0604030504040204"/>
              </a:rPr>
              <a:t>YEARS</a:t>
            </a:r>
            <a:r>
              <a:rPr sz="1600" spc="-25" dirty="0">
                <a:solidFill>
                  <a:srgbClr val="FFFFFF"/>
                </a:solidFill>
                <a:latin typeface="Tahoma" panose="020B0604030504040204"/>
                <a:cs typeface="Tahoma" panose="020B0604030504040204"/>
              </a:rPr>
              <a:t> </a:t>
            </a:r>
            <a:r>
              <a:rPr sz="1600" spc="65" dirty="0">
                <a:solidFill>
                  <a:srgbClr val="FFFFFF"/>
                </a:solidFill>
                <a:latin typeface="Tahoma" panose="020B0604030504040204"/>
                <a:cs typeface="Tahoma" panose="020B0604030504040204"/>
              </a:rPr>
              <a:t>QUESTION</a:t>
            </a:r>
            <a:r>
              <a:rPr sz="1600" spc="-25" dirty="0">
                <a:solidFill>
                  <a:srgbClr val="FFFFFF"/>
                </a:solidFill>
                <a:latin typeface="Tahoma" panose="020B0604030504040204"/>
                <a:cs typeface="Tahoma" panose="020B0604030504040204"/>
              </a:rPr>
              <a:t> </a:t>
            </a:r>
            <a:r>
              <a:rPr sz="1600" spc="150" dirty="0">
                <a:solidFill>
                  <a:srgbClr val="FFFFFF"/>
                </a:solidFill>
                <a:latin typeface="Tahoma" panose="020B0604030504040204"/>
                <a:cs typeface="Tahoma" panose="020B0604030504040204"/>
              </a:rPr>
              <a:t>AND</a:t>
            </a:r>
            <a:r>
              <a:rPr sz="1600" spc="-40" dirty="0">
                <a:solidFill>
                  <a:srgbClr val="FFFFFF"/>
                </a:solidFill>
                <a:latin typeface="Tahoma" panose="020B0604030504040204"/>
                <a:cs typeface="Tahoma" panose="020B0604030504040204"/>
              </a:rPr>
              <a:t> </a:t>
            </a:r>
            <a:r>
              <a:rPr sz="1600" spc="-20" dirty="0">
                <a:solidFill>
                  <a:srgbClr val="FFFFFF"/>
                </a:solidFill>
                <a:latin typeface="Tahoma" panose="020B0604030504040204"/>
                <a:cs typeface="Tahoma" panose="020B0604030504040204"/>
              </a:rPr>
              <a:t>BEST </a:t>
            </a:r>
            <a:r>
              <a:rPr sz="1600" spc="85" dirty="0">
                <a:solidFill>
                  <a:srgbClr val="FFFFFF"/>
                </a:solidFill>
                <a:latin typeface="Tahoma" panose="020B0604030504040204"/>
                <a:cs typeface="Tahoma" panose="020B0604030504040204"/>
              </a:rPr>
              <a:t>ANSWERS</a:t>
            </a:r>
            <a:r>
              <a:rPr sz="1600" spc="-45" dirty="0">
                <a:solidFill>
                  <a:srgbClr val="FFFFFF"/>
                </a:solidFill>
                <a:latin typeface="Tahoma" panose="020B0604030504040204"/>
                <a:cs typeface="Tahoma" panose="020B0604030504040204"/>
              </a:rPr>
              <a:t> </a:t>
            </a:r>
            <a:r>
              <a:rPr sz="1600" spc="60" dirty="0">
                <a:solidFill>
                  <a:srgbClr val="FFFFFF"/>
                </a:solidFill>
                <a:latin typeface="Tahoma" panose="020B0604030504040204"/>
                <a:cs typeface="Tahoma" panose="020B0604030504040204"/>
              </a:rPr>
              <a:t>GENERATION</a:t>
            </a:r>
            <a:endParaRPr sz="1600">
              <a:latin typeface="Tahoma" panose="020B0604030504040204"/>
              <a:cs typeface="Tahoma" panose="020B0604030504040204"/>
            </a:endParaRPr>
          </a:p>
          <a:p>
            <a:pPr marL="346075" indent="-333375">
              <a:lnSpc>
                <a:spcPts val="1840"/>
              </a:lnSpc>
              <a:spcBef>
                <a:spcPts val="980"/>
              </a:spcBef>
              <a:buFont typeface="Times New Roman" panose="02020603050405020304"/>
              <a:buChar char="❖"/>
              <a:tabLst>
                <a:tab pos="346075" algn="l"/>
              </a:tabLst>
            </a:pPr>
            <a:r>
              <a:rPr sz="1600" spc="60" dirty="0">
                <a:solidFill>
                  <a:srgbClr val="FFFFFF"/>
                </a:solidFill>
                <a:latin typeface="Tahoma" panose="020B0604030504040204"/>
                <a:cs typeface="Tahoma" panose="020B0604030504040204"/>
              </a:rPr>
              <a:t>SUGGEST</a:t>
            </a:r>
            <a:r>
              <a:rPr sz="1600" spc="-25" dirty="0">
                <a:solidFill>
                  <a:srgbClr val="FFFFFF"/>
                </a:solidFill>
                <a:latin typeface="Tahoma" panose="020B0604030504040204"/>
                <a:cs typeface="Tahoma" panose="020B0604030504040204"/>
              </a:rPr>
              <a:t> </a:t>
            </a:r>
            <a:r>
              <a:rPr sz="1600" spc="75" dirty="0">
                <a:solidFill>
                  <a:srgbClr val="FFFFFF"/>
                </a:solidFill>
                <a:latin typeface="Tahoma" panose="020B0604030504040204"/>
                <a:cs typeface="Tahoma" panose="020B0604030504040204"/>
              </a:rPr>
              <a:t>STUDY</a:t>
            </a:r>
            <a:r>
              <a:rPr sz="1600" spc="400" dirty="0">
                <a:solidFill>
                  <a:srgbClr val="FFFFFF"/>
                </a:solidFill>
                <a:latin typeface="Tahoma" panose="020B0604030504040204"/>
                <a:cs typeface="Tahoma" panose="020B0604030504040204"/>
              </a:rPr>
              <a:t> </a:t>
            </a:r>
            <a:r>
              <a:rPr sz="1600" spc="50" dirty="0">
                <a:solidFill>
                  <a:srgbClr val="FFFFFF"/>
                </a:solidFill>
                <a:latin typeface="Tahoma" panose="020B0604030504040204"/>
                <a:cs typeface="Tahoma" panose="020B0604030504040204"/>
              </a:rPr>
              <a:t>MATERIALS</a:t>
            </a:r>
            <a:r>
              <a:rPr sz="1600" spc="-10" dirty="0">
                <a:solidFill>
                  <a:srgbClr val="FFFFFF"/>
                </a:solidFill>
                <a:latin typeface="Tahoma" panose="020B0604030504040204"/>
                <a:cs typeface="Tahoma" panose="020B0604030504040204"/>
              </a:rPr>
              <a:t> </a:t>
            </a:r>
            <a:r>
              <a:rPr sz="1600" spc="95" dirty="0">
                <a:solidFill>
                  <a:srgbClr val="FFFFFF"/>
                </a:solidFill>
                <a:latin typeface="Tahoma" panose="020B0604030504040204"/>
                <a:cs typeface="Tahoma" panose="020B0604030504040204"/>
              </a:rPr>
              <a:t>ACCORDING</a:t>
            </a:r>
            <a:r>
              <a:rPr sz="1600" spc="-20" dirty="0">
                <a:solidFill>
                  <a:srgbClr val="FFFFFF"/>
                </a:solidFill>
                <a:latin typeface="Tahoma" panose="020B0604030504040204"/>
                <a:cs typeface="Tahoma" panose="020B0604030504040204"/>
              </a:rPr>
              <a:t> </a:t>
            </a:r>
            <a:r>
              <a:rPr sz="1600" spc="85" dirty="0">
                <a:solidFill>
                  <a:srgbClr val="FFFFFF"/>
                </a:solidFill>
                <a:latin typeface="Tahoma" panose="020B0604030504040204"/>
                <a:cs typeface="Tahoma" panose="020B0604030504040204"/>
              </a:rPr>
              <a:t>TO</a:t>
            </a:r>
            <a:r>
              <a:rPr sz="1600" spc="-45" dirty="0">
                <a:solidFill>
                  <a:srgbClr val="FFFFFF"/>
                </a:solidFill>
                <a:latin typeface="Tahoma" panose="020B0604030504040204"/>
                <a:cs typeface="Tahoma" panose="020B0604030504040204"/>
              </a:rPr>
              <a:t> </a:t>
            </a:r>
            <a:r>
              <a:rPr sz="1600" spc="65" dirty="0">
                <a:solidFill>
                  <a:srgbClr val="FFFFFF"/>
                </a:solidFill>
                <a:latin typeface="Tahoma" panose="020B0604030504040204"/>
                <a:cs typeface="Tahoma" panose="020B0604030504040204"/>
              </a:rPr>
              <a:t>THE</a:t>
            </a:r>
            <a:r>
              <a:rPr sz="1600" spc="-35" dirty="0">
                <a:solidFill>
                  <a:srgbClr val="FFFFFF"/>
                </a:solidFill>
                <a:latin typeface="Tahoma" panose="020B0604030504040204"/>
                <a:cs typeface="Tahoma" panose="020B0604030504040204"/>
              </a:rPr>
              <a:t> </a:t>
            </a:r>
            <a:r>
              <a:rPr sz="1600" dirty="0">
                <a:solidFill>
                  <a:srgbClr val="FFFFFF"/>
                </a:solidFill>
                <a:latin typeface="Tahoma" panose="020B0604030504040204"/>
                <a:cs typeface="Tahoma" panose="020B0604030504040204"/>
              </a:rPr>
              <a:t>SPECIFIC</a:t>
            </a:r>
            <a:r>
              <a:rPr sz="1600" spc="-55" dirty="0">
                <a:solidFill>
                  <a:srgbClr val="FFFFFF"/>
                </a:solidFill>
                <a:latin typeface="Tahoma" panose="020B0604030504040204"/>
                <a:cs typeface="Tahoma" panose="020B0604030504040204"/>
              </a:rPr>
              <a:t> </a:t>
            </a:r>
            <a:r>
              <a:rPr sz="1600" spc="95" dirty="0">
                <a:solidFill>
                  <a:srgbClr val="FFFFFF"/>
                </a:solidFill>
                <a:latin typeface="Tahoma" panose="020B0604030504040204"/>
                <a:cs typeface="Tahoma" panose="020B0604030504040204"/>
              </a:rPr>
              <a:t>JOB</a:t>
            </a:r>
            <a:r>
              <a:rPr sz="1600" spc="-50" dirty="0">
                <a:solidFill>
                  <a:srgbClr val="FFFFFF"/>
                </a:solidFill>
                <a:latin typeface="Tahoma" panose="020B0604030504040204"/>
                <a:cs typeface="Tahoma" panose="020B0604030504040204"/>
              </a:rPr>
              <a:t> </a:t>
            </a:r>
            <a:r>
              <a:rPr sz="1600" spc="60" dirty="0">
                <a:solidFill>
                  <a:srgbClr val="FFFFFF"/>
                </a:solidFill>
                <a:latin typeface="Tahoma" panose="020B0604030504040204"/>
                <a:cs typeface="Tahoma" panose="020B0604030504040204"/>
              </a:rPr>
              <a:t>ROLE</a:t>
            </a:r>
            <a:r>
              <a:rPr sz="1600" spc="-35" dirty="0">
                <a:solidFill>
                  <a:srgbClr val="FFFFFF"/>
                </a:solidFill>
                <a:latin typeface="Tahoma" panose="020B0604030504040204"/>
                <a:cs typeface="Tahoma" panose="020B0604030504040204"/>
              </a:rPr>
              <a:t> </a:t>
            </a:r>
            <a:r>
              <a:rPr sz="1600" spc="125" dirty="0">
                <a:solidFill>
                  <a:srgbClr val="FFFFFF"/>
                </a:solidFill>
                <a:latin typeface="Tahoma" panose="020B0604030504040204"/>
                <a:cs typeface="Tahoma" panose="020B0604030504040204"/>
              </a:rPr>
              <a:t>AND</a:t>
            </a:r>
            <a:endParaRPr sz="1600">
              <a:latin typeface="Tahoma" panose="020B0604030504040204"/>
              <a:cs typeface="Tahoma" panose="020B0604030504040204"/>
            </a:endParaRPr>
          </a:p>
          <a:p>
            <a:pPr marL="346075">
              <a:lnSpc>
                <a:spcPts val="1840"/>
              </a:lnSpc>
            </a:pPr>
            <a:r>
              <a:rPr sz="1600" spc="65" dirty="0">
                <a:solidFill>
                  <a:srgbClr val="FFFFFF"/>
                </a:solidFill>
                <a:latin typeface="Tahoma" panose="020B0604030504040204"/>
                <a:cs typeface="Tahoma" panose="020B0604030504040204"/>
              </a:rPr>
              <a:t>PREPARATION</a:t>
            </a:r>
            <a:r>
              <a:rPr sz="1600" spc="15" dirty="0">
                <a:solidFill>
                  <a:srgbClr val="FFFFFF"/>
                </a:solidFill>
                <a:latin typeface="Tahoma" panose="020B0604030504040204"/>
                <a:cs typeface="Tahoma" panose="020B0604030504040204"/>
              </a:rPr>
              <a:t> </a:t>
            </a:r>
            <a:r>
              <a:rPr sz="1600" dirty="0">
                <a:solidFill>
                  <a:srgbClr val="FFFFFF"/>
                </a:solidFill>
                <a:latin typeface="Tahoma" panose="020B0604030504040204"/>
                <a:cs typeface="Tahoma" panose="020B0604030504040204"/>
              </a:rPr>
              <a:t>WEBSITES</a:t>
            </a:r>
            <a:r>
              <a:rPr sz="1600" spc="-5" dirty="0">
                <a:solidFill>
                  <a:srgbClr val="FFFFFF"/>
                </a:solidFill>
                <a:latin typeface="Tahoma" panose="020B0604030504040204"/>
                <a:cs typeface="Tahoma" panose="020B0604030504040204"/>
              </a:rPr>
              <a:t> </a:t>
            </a:r>
            <a:r>
              <a:rPr sz="1600" spc="60" dirty="0">
                <a:solidFill>
                  <a:srgbClr val="FFFFFF"/>
                </a:solidFill>
                <a:latin typeface="Tahoma" panose="020B0604030504040204"/>
                <a:cs typeface="Tahoma" panose="020B0604030504040204"/>
              </a:rPr>
              <a:t>SUGGESTION</a:t>
            </a:r>
            <a:r>
              <a:rPr sz="1600" spc="35" dirty="0">
                <a:solidFill>
                  <a:srgbClr val="FFFFFF"/>
                </a:solidFill>
                <a:latin typeface="Tahoma" panose="020B0604030504040204"/>
                <a:cs typeface="Tahoma" panose="020B0604030504040204"/>
              </a:rPr>
              <a:t> </a:t>
            </a:r>
            <a:r>
              <a:rPr sz="1600" spc="-110" dirty="0">
                <a:solidFill>
                  <a:srgbClr val="FFFFFF"/>
                </a:solidFill>
                <a:latin typeface="Tahoma" panose="020B0604030504040204"/>
                <a:cs typeface="Tahoma" panose="020B0604030504040204"/>
              </a:rPr>
              <a:t>.</a:t>
            </a:r>
            <a:r>
              <a:rPr sz="1600" spc="-5" dirty="0">
                <a:solidFill>
                  <a:srgbClr val="FFFFFF"/>
                </a:solidFill>
                <a:latin typeface="Tahoma" panose="020B0604030504040204"/>
                <a:cs typeface="Tahoma" panose="020B0604030504040204"/>
              </a:rPr>
              <a:t> </a:t>
            </a:r>
            <a:r>
              <a:rPr sz="1600" spc="-20" dirty="0">
                <a:solidFill>
                  <a:srgbClr val="FFFFFF"/>
                </a:solidFill>
                <a:latin typeface="Tahoma" panose="020B0604030504040204"/>
                <a:cs typeface="Tahoma" panose="020B0604030504040204"/>
              </a:rPr>
              <a:t>i.e</a:t>
            </a:r>
            <a:r>
              <a:rPr sz="1600" spc="-30" dirty="0">
                <a:solidFill>
                  <a:srgbClr val="FFFFFF"/>
                </a:solidFill>
                <a:latin typeface="Tahoma" panose="020B0604030504040204"/>
                <a:cs typeface="Tahoma" panose="020B0604030504040204"/>
              </a:rPr>
              <a:t> </a:t>
            </a:r>
            <a:r>
              <a:rPr sz="1600" dirty="0">
                <a:solidFill>
                  <a:srgbClr val="FFFFFF"/>
                </a:solidFill>
                <a:latin typeface="Tahoma" panose="020B0604030504040204"/>
                <a:cs typeface="Tahoma" panose="020B0604030504040204"/>
              </a:rPr>
              <a:t>Prepinsta,</a:t>
            </a:r>
            <a:r>
              <a:rPr sz="1600" spc="-50" dirty="0">
                <a:solidFill>
                  <a:srgbClr val="FFFFFF"/>
                </a:solidFill>
                <a:latin typeface="Tahoma" panose="020B0604030504040204"/>
                <a:cs typeface="Tahoma" panose="020B0604030504040204"/>
              </a:rPr>
              <a:t> </a:t>
            </a:r>
            <a:r>
              <a:rPr sz="1600" dirty="0">
                <a:solidFill>
                  <a:srgbClr val="FFFFFF"/>
                </a:solidFill>
                <a:latin typeface="Tahoma" panose="020B0604030504040204"/>
                <a:cs typeface="Tahoma" panose="020B0604030504040204"/>
              </a:rPr>
              <a:t>Javatpoint,</a:t>
            </a:r>
            <a:r>
              <a:rPr sz="1600" spc="-10" dirty="0">
                <a:solidFill>
                  <a:srgbClr val="FFFFFF"/>
                </a:solidFill>
                <a:latin typeface="Tahoma" panose="020B0604030504040204"/>
                <a:cs typeface="Tahoma" panose="020B0604030504040204"/>
              </a:rPr>
              <a:t> Interviewbit</a:t>
            </a:r>
            <a:endParaRPr sz="1600">
              <a:latin typeface="Tahoma" panose="020B0604030504040204"/>
              <a:cs typeface="Tahoma" panose="020B060403050404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30" rIns="0" bIns="0" rtlCol="0">
            <a:spAutoFit/>
          </a:bodyPr>
          <a:lstStyle/>
          <a:p>
            <a:pPr marL="12700">
              <a:lnSpc>
                <a:spcPct val="100000"/>
              </a:lnSpc>
              <a:spcBef>
                <a:spcPts val="90"/>
              </a:spcBef>
            </a:pPr>
            <a:r>
              <a:rPr dirty="0"/>
              <a:t>Personalized</a:t>
            </a:r>
            <a:r>
              <a:rPr spc="-120" dirty="0"/>
              <a:t> </a:t>
            </a:r>
            <a:r>
              <a:rPr dirty="0"/>
              <a:t>question</a:t>
            </a:r>
            <a:r>
              <a:rPr spc="-135" dirty="0"/>
              <a:t> </a:t>
            </a:r>
            <a:r>
              <a:rPr spc="-10" dirty="0"/>
              <a:t>generation</a:t>
            </a:r>
            <a:endParaRPr spc="-10" dirty="0"/>
          </a:p>
        </p:txBody>
      </p:sp>
      <p:pic>
        <p:nvPicPr>
          <p:cNvPr id="3" name="object 3"/>
          <p:cNvPicPr/>
          <p:nvPr/>
        </p:nvPicPr>
        <p:blipFill>
          <a:blip r:embed="rId1" cstate="print"/>
          <a:stretch>
            <a:fillRect/>
          </a:stretch>
        </p:blipFill>
        <p:spPr>
          <a:xfrm>
            <a:off x="6761988" y="772668"/>
            <a:ext cx="3930396" cy="6013703"/>
          </a:xfrm>
          <a:prstGeom prst="rect">
            <a:avLst/>
          </a:prstGeom>
        </p:spPr>
      </p:pic>
      <p:sp>
        <p:nvSpPr>
          <p:cNvPr id="4" name="object 4"/>
          <p:cNvSpPr txBox="1"/>
          <p:nvPr/>
        </p:nvSpPr>
        <p:spPr>
          <a:xfrm>
            <a:off x="176255" y="1936464"/>
            <a:ext cx="6154420" cy="4648200"/>
          </a:xfrm>
          <a:prstGeom prst="rect">
            <a:avLst/>
          </a:prstGeom>
        </p:spPr>
        <p:txBody>
          <a:bodyPr vert="horz" wrap="square" lIns="0" tIns="11430" rIns="0" bIns="0" rtlCol="0">
            <a:spAutoFit/>
          </a:bodyPr>
          <a:lstStyle/>
          <a:p>
            <a:pPr marL="533400" marR="256540" indent="-334010">
              <a:lnSpc>
                <a:spcPct val="102000"/>
              </a:lnSpc>
              <a:spcBef>
                <a:spcPts val="90"/>
              </a:spcBef>
              <a:buChar char="▪"/>
              <a:tabLst>
                <a:tab pos="533400" algn="l"/>
              </a:tabLst>
            </a:pPr>
            <a:r>
              <a:rPr sz="1600" dirty="0">
                <a:solidFill>
                  <a:srgbClr val="DFEFFF"/>
                </a:solidFill>
                <a:latin typeface="Times New Roman" panose="02020603050405020304"/>
                <a:cs typeface="Times New Roman" panose="02020603050405020304"/>
              </a:rPr>
              <a:t>SIC</a:t>
            </a:r>
            <a:r>
              <a:rPr sz="1600" spc="5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generates</a:t>
            </a:r>
            <a:r>
              <a:rPr sz="1600" spc="10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personalized</a:t>
            </a:r>
            <a:r>
              <a:rPr sz="1600" spc="10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interview</a:t>
            </a:r>
            <a:r>
              <a:rPr sz="1600" spc="6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questions</a:t>
            </a:r>
            <a:r>
              <a:rPr sz="1600" spc="7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tailored</a:t>
            </a:r>
            <a:r>
              <a:rPr sz="1600" spc="6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to</a:t>
            </a:r>
            <a:r>
              <a:rPr sz="1600" spc="50" dirty="0">
                <a:solidFill>
                  <a:srgbClr val="DFEFFF"/>
                </a:solidFill>
                <a:latin typeface="Times New Roman" panose="02020603050405020304"/>
                <a:cs typeface="Times New Roman" panose="02020603050405020304"/>
              </a:rPr>
              <a:t> </a:t>
            </a:r>
            <a:r>
              <a:rPr sz="1600" spc="-25" dirty="0">
                <a:solidFill>
                  <a:srgbClr val="DFEFFF"/>
                </a:solidFill>
                <a:latin typeface="Times New Roman" panose="02020603050405020304"/>
                <a:cs typeface="Times New Roman" panose="02020603050405020304"/>
              </a:rPr>
              <a:t>the </a:t>
            </a:r>
            <a:r>
              <a:rPr sz="1600" dirty="0">
                <a:solidFill>
                  <a:srgbClr val="DFEFFF"/>
                </a:solidFill>
                <a:latin typeface="Times New Roman" panose="02020603050405020304"/>
                <a:cs typeface="Times New Roman" panose="02020603050405020304"/>
              </a:rPr>
              <a:t>candidate's</a:t>
            </a:r>
            <a:r>
              <a:rPr sz="1600" spc="8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resume</a:t>
            </a:r>
            <a:r>
              <a:rPr sz="1600" spc="114"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details,</a:t>
            </a:r>
            <a:r>
              <a:rPr sz="1600" spc="6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incorporating</a:t>
            </a:r>
            <a:r>
              <a:rPr sz="1600" spc="6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both</a:t>
            </a:r>
            <a:r>
              <a:rPr sz="1600" spc="6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technical</a:t>
            </a:r>
            <a:r>
              <a:rPr sz="1600" spc="85" dirty="0">
                <a:solidFill>
                  <a:srgbClr val="DFEFFF"/>
                </a:solidFill>
                <a:latin typeface="Times New Roman" panose="02020603050405020304"/>
                <a:cs typeface="Times New Roman" panose="02020603050405020304"/>
              </a:rPr>
              <a:t> </a:t>
            </a:r>
            <a:r>
              <a:rPr sz="1600" spc="-25" dirty="0">
                <a:solidFill>
                  <a:srgbClr val="DFEFFF"/>
                </a:solidFill>
                <a:latin typeface="Times New Roman" panose="02020603050405020304"/>
                <a:cs typeface="Times New Roman" panose="02020603050405020304"/>
              </a:rPr>
              <a:t>and </a:t>
            </a:r>
            <a:r>
              <a:rPr sz="1600" dirty="0">
                <a:solidFill>
                  <a:srgbClr val="DFEFFF"/>
                </a:solidFill>
                <a:latin typeface="Times New Roman" panose="02020603050405020304"/>
                <a:cs typeface="Times New Roman" panose="02020603050405020304"/>
              </a:rPr>
              <a:t>behavioral</a:t>
            </a:r>
            <a:r>
              <a:rPr sz="1600" spc="9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aspects</a:t>
            </a:r>
            <a:r>
              <a:rPr sz="1600" spc="7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to</a:t>
            </a:r>
            <a:r>
              <a:rPr sz="1600" spc="3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cover</a:t>
            </a:r>
            <a:r>
              <a:rPr sz="1600" spc="6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the</a:t>
            </a:r>
            <a:r>
              <a:rPr sz="1600" spc="4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specific</a:t>
            </a:r>
            <a:r>
              <a:rPr sz="1600" spc="4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requirements</a:t>
            </a:r>
            <a:r>
              <a:rPr sz="1600" spc="10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of</a:t>
            </a:r>
            <a:r>
              <a:rPr sz="1600" spc="3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the</a:t>
            </a:r>
            <a:r>
              <a:rPr sz="1600" spc="40" dirty="0">
                <a:solidFill>
                  <a:srgbClr val="DFEFFF"/>
                </a:solidFill>
                <a:latin typeface="Times New Roman" panose="02020603050405020304"/>
                <a:cs typeface="Times New Roman" panose="02020603050405020304"/>
              </a:rPr>
              <a:t> </a:t>
            </a:r>
            <a:r>
              <a:rPr sz="1600" spc="-10" dirty="0">
                <a:solidFill>
                  <a:srgbClr val="DFEFFF"/>
                </a:solidFill>
                <a:latin typeface="Times New Roman" panose="02020603050405020304"/>
                <a:cs typeface="Times New Roman" panose="02020603050405020304"/>
              </a:rPr>
              <a:t>role.</a:t>
            </a:r>
            <a:endParaRPr sz="1600">
              <a:latin typeface="Times New Roman" panose="02020603050405020304"/>
              <a:cs typeface="Times New Roman" panose="02020603050405020304"/>
            </a:endParaRPr>
          </a:p>
          <a:p>
            <a:pPr>
              <a:lnSpc>
                <a:spcPct val="100000"/>
              </a:lnSpc>
              <a:buClr>
                <a:srgbClr val="DFEFFF"/>
              </a:buClr>
              <a:buFont typeface="Times New Roman" panose="02020603050405020304"/>
              <a:buChar char="▪"/>
            </a:pPr>
            <a:endParaRPr sz="1600">
              <a:latin typeface="Times New Roman" panose="02020603050405020304"/>
              <a:cs typeface="Times New Roman" panose="02020603050405020304"/>
            </a:endParaRPr>
          </a:p>
          <a:p>
            <a:pPr>
              <a:lnSpc>
                <a:spcPct val="100000"/>
              </a:lnSpc>
              <a:spcBef>
                <a:spcPts val="500"/>
              </a:spcBef>
              <a:buClr>
                <a:srgbClr val="DFEFFF"/>
              </a:buClr>
              <a:buFont typeface="Times New Roman" panose="02020603050405020304"/>
              <a:buChar char="▪"/>
            </a:pPr>
            <a:endParaRPr sz="1600">
              <a:latin typeface="Times New Roman" panose="02020603050405020304"/>
              <a:cs typeface="Times New Roman" panose="02020603050405020304"/>
            </a:endParaRPr>
          </a:p>
          <a:p>
            <a:pPr marL="21590">
              <a:lnSpc>
                <a:spcPct val="100000"/>
              </a:lnSpc>
            </a:pPr>
            <a:r>
              <a:rPr sz="2350" b="1" spc="-20" dirty="0">
                <a:solidFill>
                  <a:srgbClr val="DFEFFF"/>
                </a:solidFill>
                <a:latin typeface="Times New Roman" panose="02020603050405020304"/>
                <a:cs typeface="Times New Roman" panose="02020603050405020304"/>
              </a:rPr>
              <a:t>Role-</a:t>
            </a:r>
            <a:r>
              <a:rPr sz="2350" b="1" dirty="0">
                <a:solidFill>
                  <a:srgbClr val="DFEFFF"/>
                </a:solidFill>
                <a:latin typeface="Times New Roman" panose="02020603050405020304"/>
                <a:cs typeface="Times New Roman" panose="02020603050405020304"/>
              </a:rPr>
              <a:t>specific</a:t>
            </a:r>
            <a:r>
              <a:rPr sz="2350" b="1" spc="-75" dirty="0">
                <a:solidFill>
                  <a:srgbClr val="DFEFFF"/>
                </a:solidFill>
                <a:latin typeface="Times New Roman" panose="02020603050405020304"/>
                <a:cs typeface="Times New Roman" panose="02020603050405020304"/>
              </a:rPr>
              <a:t> </a:t>
            </a:r>
            <a:r>
              <a:rPr sz="2350" b="1" spc="-10" dirty="0">
                <a:solidFill>
                  <a:srgbClr val="DFEFFF"/>
                </a:solidFill>
                <a:latin typeface="Times New Roman" panose="02020603050405020304"/>
                <a:cs typeface="Times New Roman" panose="02020603050405020304"/>
              </a:rPr>
              <a:t>questions</a:t>
            </a:r>
            <a:endParaRPr sz="2350">
              <a:latin typeface="Times New Roman" panose="02020603050405020304"/>
              <a:cs typeface="Times New Roman" panose="02020603050405020304"/>
            </a:endParaRPr>
          </a:p>
          <a:p>
            <a:pPr marL="486410" marR="5080" indent="-334010">
              <a:lnSpc>
                <a:spcPct val="102000"/>
              </a:lnSpc>
              <a:spcBef>
                <a:spcPts val="2375"/>
              </a:spcBef>
              <a:buChar char="▪"/>
              <a:tabLst>
                <a:tab pos="485775" algn="l"/>
              </a:tabLst>
            </a:pPr>
            <a:r>
              <a:rPr sz="1600" dirty="0">
                <a:solidFill>
                  <a:srgbClr val="DFEFFF"/>
                </a:solidFill>
                <a:latin typeface="Times New Roman" panose="02020603050405020304"/>
                <a:cs typeface="Times New Roman" panose="02020603050405020304"/>
              </a:rPr>
              <a:t>The</a:t>
            </a:r>
            <a:r>
              <a:rPr sz="1600" spc="5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system</a:t>
            </a:r>
            <a:r>
              <a:rPr sz="1600" spc="8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fetches</a:t>
            </a:r>
            <a:r>
              <a:rPr sz="1600" spc="8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common</a:t>
            </a:r>
            <a:r>
              <a:rPr sz="1600" spc="114"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industry-specific</a:t>
            </a:r>
            <a:r>
              <a:rPr sz="1600" spc="9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interview</a:t>
            </a:r>
            <a:r>
              <a:rPr sz="1600" spc="55" dirty="0">
                <a:solidFill>
                  <a:srgbClr val="DFEFFF"/>
                </a:solidFill>
                <a:latin typeface="Times New Roman" panose="02020603050405020304"/>
                <a:cs typeface="Times New Roman" panose="02020603050405020304"/>
              </a:rPr>
              <a:t> </a:t>
            </a:r>
            <a:r>
              <a:rPr sz="1600" spc="-10" dirty="0">
                <a:solidFill>
                  <a:srgbClr val="DFEFFF"/>
                </a:solidFill>
                <a:latin typeface="Times New Roman" panose="02020603050405020304"/>
                <a:cs typeface="Times New Roman" panose="02020603050405020304"/>
              </a:rPr>
              <a:t>questions </a:t>
            </a:r>
            <a:r>
              <a:rPr sz="1600" dirty="0">
                <a:solidFill>
                  <a:srgbClr val="DFEFFF"/>
                </a:solidFill>
                <a:latin typeface="Times New Roman" panose="02020603050405020304"/>
                <a:cs typeface="Times New Roman" panose="02020603050405020304"/>
              </a:rPr>
              <a:t>relevant</a:t>
            </a:r>
            <a:r>
              <a:rPr sz="1600" spc="6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to</a:t>
            </a:r>
            <a:r>
              <a:rPr sz="1600" spc="3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particular</a:t>
            </a:r>
            <a:r>
              <a:rPr sz="1600" spc="6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job</a:t>
            </a:r>
            <a:r>
              <a:rPr sz="1600" spc="3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titles</a:t>
            </a:r>
            <a:r>
              <a:rPr sz="1600" spc="3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such</a:t>
            </a:r>
            <a:r>
              <a:rPr sz="1600" spc="7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as</a:t>
            </a:r>
            <a:r>
              <a:rPr sz="1600" spc="5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Software</a:t>
            </a:r>
            <a:r>
              <a:rPr sz="1600" spc="5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Engineer</a:t>
            </a:r>
            <a:r>
              <a:rPr sz="1600" spc="3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or</a:t>
            </a:r>
            <a:r>
              <a:rPr sz="1600" spc="40" dirty="0">
                <a:solidFill>
                  <a:srgbClr val="DFEFFF"/>
                </a:solidFill>
                <a:latin typeface="Times New Roman" panose="02020603050405020304"/>
                <a:cs typeface="Times New Roman" panose="02020603050405020304"/>
              </a:rPr>
              <a:t> </a:t>
            </a:r>
            <a:r>
              <a:rPr sz="1600" spc="-20" dirty="0">
                <a:solidFill>
                  <a:srgbClr val="DFEFFF"/>
                </a:solidFill>
                <a:latin typeface="Times New Roman" panose="02020603050405020304"/>
                <a:cs typeface="Times New Roman" panose="02020603050405020304"/>
              </a:rPr>
              <a:t>Data </a:t>
            </a:r>
            <a:r>
              <a:rPr sz="1600" dirty="0">
                <a:solidFill>
                  <a:srgbClr val="DFEFFF"/>
                </a:solidFill>
                <a:latin typeface="Times New Roman" panose="02020603050405020304"/>
                <a:cs typeface="Times New Roman" panose="02020603050405020304"/>
              </a:rPr>
              <a:t>Scientist,</a:t>
            </a:r>
            <a:r>
              <a:rPr sz="1600" spc="5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ensuring</a:t>
            </a:r>
            <a:r>
              <a:rPr sz="1600" spc="4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that</a:t>
            </a:r>
            <a:r>
              <a:rPr sz="1600" spc="4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candidates</a:t>
            </a:r>
            <a:r>
              <a:rPr sz="1600" spc="9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are</a:t>
            </a:r>
            <a:r>
              <a:rPr sz="1600" spc="6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well-prepared</a:t>
            </a:r>
            <a:r>
              <a:rPr sz="1600" spc="9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for</a:t>
            </a:r>
            <a:r>
              <a:rPr sz="1600" spc="3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the</a:t>
            </a:r>
            <a:r>
              <a:rPr sz="1600" spc="5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types</a:t>
            </a:r>
            <a:r>
              <a:rPr sz="1600" spc="75" dirty="0">
                <a:solidFill>
                  <a:srgbClr val="DFEFFF"/>
                </a:solidFill>
                <a:latin typeface="Times New Roman" panose="02020603050405020304"/>
                <a:cs typeface="Times New Roman" panose="02020603050405020304"/>
              </a:rPr>
              <a:t> </a:t>
            </a:r>
            <a:r>
              <a:rPr sz="1600" spc="-25" dirty="0">
                <a:solidFill>
                  <a:srgbClr val="DFEFFF"/>
                </a:solidFill>
                <a:latin typeface="Times New Roman" panose="02020603050405020304"/>
                <a:cs typeface="Times New Roman" panose="02020603050405020304"/>
              </a:rPr>
              <a:t>of </a:t>
            </a:r>
            <a:r>
              <a:rPr sz="1600" dirty="0">
                <a:solidFill>
                  <a:srgbClr val="DFEFFF"/>
                </a:solidFill>
                <a:latin typeface="Times New Roman" panose="02020603050405020304"/>
                <a:cs typeface="Times New Roman" panose="02020603050405020304"/>
              </a:rPr>
              <a:t>questions</a:t>
            </a:r>
            <a:r>
              <a:rPr sz="1600" spc="5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they</a:t>
            </a:r>
            <a:r>
              <a:rPr sz="1600" spc="5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may</a:t>
            </a:r>
            <a:r>
              <a:rPr sz="1600" spc="90" dirty="0">
                <a:solidFill>
                  <a:srgbClr val="DFEFFF"/>
                </a:solidFill>
                <a:latin typeface="Times New Roman" panose="02020603050405020304"/>
                <a:cs typeface="Times New Roman" panose="02020603050405020304"/>
              </a:rPr>
              <a:t> </a:t>
            </a:r>
            <a:r>
              <a:rPr sz="1600" spc="-10" dirty="0">
                <a:solidFill>
                  <a:srgbClr val="DFEFFF"/>
                </a:solidFill>
                <a:latin typeface="Times New Roman" panose="02020603050405020304"/>
                <a:cs typeface="Times New Roman" panose="02020603050405020304"/>
              </a:rPr>
              <a:t>encounter.</a:t>
            </a:r>
            <a:endParaRPr sz="1600">
              <a:latin typeface="Times New Roman" panose="02020603050405020304"/>
              <a:cs typeface="Times New Roman" panose="02020603050405020304"/>
            </a:endParaRPr>
          </a:p>
          <a:p>
            <a:pPr>
              <a:lnSpc>
                <a:spcPct val="100000"/>
              </a:lnSpc>
              <a:spcBef>
                <a:spcPts val="335"/>
              </a:spcBef>
              <a:buClr>
                <a:srgbClr val="DFEFFF"/>
              </a:buClr>
              <a:buFont typeface="Times New Roman" panose="02020603050405020304"/>
              <a:buChar char="▪"/>
            </a:pPr>
            <a:endParaRPr sz="1600">
              <a:latin typeface="Times New Roman" panose="02020603050405020304"/>
              <a:cs typeface="Times New Roman" panose="02020603050405020304"/>
            </a:endParaRPr>
          </a:p>
          <a:p>
            <a:pPr marL="12700">
              <a:lnSpc>
                <a:spcPct val="100000"/>
              </a:lnSpc>
              <a:spcBef>
                <a:spcPts val="5"/>
              </a:spcBef>
            </a:pPr>
            <a:r>
              <a:rPr sz="2100" b="1" spc="-10" dirty="0">
                <a:solidFill>
                  <a:srgbClr val="DFEFFF"/>
                </a:solidFill>
                <a:latin typeface="Times New Roman" panose="02020603050405020304"/>
                <a:cs typeface="Times New Roman" panose="02020603050405020304"/>
              </a:rPr>
              <a:t>Company-</a:t>
            </a:r>
            <a:r>
              <a:rPr sz="2100" b="1" dirty="0">
                <a:solidFill>
                  <a:srgbClr val="DFEFFF"/>
                </a:solidFill>
                <a:latin typeface="Times New Roman" panose="02020603050405020304"/>
                <a:cs typeface="Times New Roman" panose="02020603050405020304"/>
              </a:rPr>
              <a:t>specific</a:t>
            </a:r>
            <a:r>
              <a:rPr sz="2100" b="1" spc="20" dirty="0">
                <a:solidFill>
                  <a:srgbClr val="DFEFFF"/>
                </a:solidFill>
                <a:latin typeface="Times New Roman" panose="02020603050405020304"/>
                <a:cs typeface="Times New Roman" panose="02020603050405020304"/>
              </a:rPr>
              <a:t> </a:t>
            </a:r>
            <a:r>
              <a:rPr sz="2350" b="1" spc="-10" dirty="0">
                <a:solidFill>
                  <a:srgbClr val="DFEFFF"/>
                </a:solidFill>
                <a:latin typeface="Times New Roman" panose="02020603050405020304"/>
                <a:cs typeface="Times New Roman" panose="02020603050405020304"/>
              </a:rPr>
              <a:t>interview</a:t>
            </a:r>
            <a:r>
              <a:rPr sz="2350" b="1" spc="-95" dirty="0">
                <a:solidFill>
                  <a:srgbClr val="DFEFFF"/>
                </a:solidFill>
                <a:latin typeface="Times New Roman" panose="02020603050405020304"/>
                <a:cs typeface="Times New Roman" panose="02020603050405020304"/>
              </a:rPr>
              <a:t> </a:t>
            </a:r>
            <a:r>
              <a:rPr sz="2100" b="1" spc="-10" dirty="0">
                <a:solidFill>
                  <a:srgbClr val="DFEFFF"/>
                </a:solidFill>
                <a:latin typeface="Times New Roman" panose="02020603050405020304"/>
                <a:cs typeface="Times New Roman" panose="02020603050405020304"/>
              </a:rPr>
              <a:t>preparation</a:t>
            </a:r>
            <a:endParaRPr sz="2100">
              <a:latin typeface="Times New Roman" panose="02020603050405020304"/>
              <a:cs typeface="Times New Roman" panose="02020603050405020304"/>
            </a:endParaRPr>
          </a:p>
          <a:p>
            <a:pPr marL="542925" marR="164465" lvl="1" indent="-334010">
              <a:lnSpc>
                <a:spcPct val="102000"/>
              </a:lnSpc>
              <a:spcBef>
                <a:spcPts val="425"/>
              </a:spcBef>
              <a:buChar char="▪"/>
              <a:tabLst>
                <a:tab pos="542925" algn="l"/>
              </a:tabLst>
            </a:pPr>
            <a:r>
              <a:rPr sz="1600" dirty="0">
                <a:solidFill>
                  <a:srgbClr val="DFEFFF"/>
                </a:solidFill>
                <a:latin typeface="Times New Roman" panose="02020603050405020304"/>
                <a:cs typeface="Times New Roman" panose="02020603050405020304"/>
              </a:rPr>
              <a:t>SIC</a:t>
            </a:r>
            <a:r>
              <a:rPr sz="1600" spc="6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pulls</a:t>
            </a:r>
            <a:r>
              <a:rPr sz="1600" spc="55" dirty="0">
                <a:solidFill>
                  <a:srgbClr val="DFEFFF"/>
                </a:solidFill>
                <a:latin typeface="Times New Roman" panose="02020603050405020304"/>
                <a:cs typeface="Times New Roman" panose="02020603050405020304"/>
              </a:rPr>
              <a:t> </a:t>
            </a:r>
            <a:r>
              <a:rPr sz="1600" spc="-10" dirty="0">
                <a:solidFill>
                  <a:srgbClr val="DFEFFF"/>
                </a:solidFill>
                <a:latin typeface="Times New Roman" panose="02020603050405020304"/>
                <a:cs typeface="Times New Roman" panose="02020603050405020304"/>
              </a:rPr>
              <a:t>real-</a:t>
            </a:r>
            <a:r>
              <a:rPr sz="1600" dirty="0">
                <a:solidFill>
                  <a:srgbClr val="DFEFFF"/>
                </a:solidFill>
                <a:latin typeface="Times New Roman" panose="02020603050405020304"/>
                <a:cs typeface="Times New Roman" panose="02020603050405020304"/>
              </a:rPr>
              <a:t>world</a:t>
            </a:r>
            <a:r>
              <a:rPr sz="1600" spc="9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interview</a:t>
            </a:r>
            <a:r>
              <a:rPr sz="1600" spc="7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questions</a:t>
            </a:r>
            <a:r>
              <a:rPr sz="1600" spc="9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from</a:t>
            </a:r>
            <a:r>
              <a:rPr sz="1600" spc="6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leading</a:t>
            </a:r>
            <a:r>
              <a:rPr sz="1600" spc="75" dirty="0">
                <a:solidFill>
                  <a:srgbClr val="DFEFFF"/>
                </a:solidFill>
                <a:latin typeface="Times New Roman" panose="02020603050405020304"/>
                <a:cs typeface="Times New Roman" panose="02020603050405020304"/>
              </a:rPr>
              <a:t> </a:t>
            </a:r>
            <a:r>
              <a:rPr sz="1600" spc="-10" dirty="0">
                <a:solidFill>
                  <a:srgbClr val="DFEFFF"/>
                </a:solidFill>
                <a:latin typeface="Times New Roman" panose="02020603050405020304"/>
                <a:cs typeface="Times New Roman" panose="02020603050405020304"/>
              </a:rPr>
              <a:t>companies </a:t>
            </a:r>
            <a:r>
              <a:rPr sz="1600" dirty="0">
                <a:solidFill>
                  <a:srgbClr val="DFEFFF"/>
                </a:solidFill>
                <a:latin typeface="Times New Roman" panose="02020603050405020304"/>
                <a:cs typeface="Times New Roman" panose="02020603050405020304"/>
              </a:rPr>
              <a:t>like</a:t>
            </a:r>
            <a:r>
              <a:rPr sz="1600" spc="2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TCS,</a:t>
            </a:r>
            <a:r>
              <a:rPr sz="1600" spc="5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Infosys,</a:t>
            </a:r>
            <a:r>
              <a:rPr sz="1600" spc="-2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Amazon,</a:t>
            </a:r>
            <a:r>
              <a:rPr sz="1600" spc="12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and</a:t>
            </a:r>
            <a:r>
              <a:rPr sz="1600" spc="7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Google,</a:t>
            </a:r>
            <a:r>
              <a:rPr sz="1600" spc="6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along</a:t>
            </a:r>
            <a:r>
              <a:rPr sz="1600" spc="7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with</a:t>
            </a:r>
            <a:r>
              <a:rPr sz="1600" spc="-3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AI-</a:t>
            </a:r>
            <a:r>
              <a:rPr sz="1600" spc="-10" dirty="0">
                <a:solidFill>
                  <a:srgbClr val="DFEFFF"/>
                </a:solidFill>
                <a:latin typeface="Times New Roman" panose="02020603050405020304"/>
                <a:cs typeface="Times New Roman" panose="02020603050405020304"/>
              </a:rPr>
              <a:t>generated </a:t>
            </a:r>
            <a:r>
              <a:rPr sz="1600" dirty="0">
                <a:solidFill>
                  <a:srgbClr val="DFEFFF"/>
                </a:solidFill>
                <a:latin typeface="Times New Roman" panose="02020603050405020304"/>
                <a:cs typeface="Times New Roman" panose="02020603050405020304"/>
              </a:rPr>
              <a:t>ideal</a:t>
            </a:r>
            <a:r>
              <a:rPr sz="1600" spc="5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answers</a:t>
            </a:r>
            <a:r>
              <a:rPr sz="1600" spc="9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to</a:t>
            </a:r>
            <a:r>
              <a:rPr sz="1600" spc="3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help</a:t>
            </a:r>
            <a:r>
              <a:rPr sz="1600" spc="4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candidates</a:t>
            </a:r>
            <a:r>
              <a:rPr sz="1600" spc="9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form</a:t>
            </a:r>
            <a:r>
              <a:rPr sz="1600" spc="4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their</a:t>
            </a:r>
            <a:r>
              <a:rPr sz="1600" spc="3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own</a:t>
            </a:r>
            <a:r>
              <a:rPr sz="1600" spc="5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well-</a:t>
            </a:r>
            <a:r>
              <a:rPr sz="1600" spc="-10" dirty="0">
                <a:solidFill>
                  <a:srgbClr val="DFEFFF"/>
                </a:solidFill>
                <a:latin typeface="Times New Roman" panose="02020603050405020304"/>
                <a:cs typeface="Times New Roman" panose="02020603050405020304"/>
              </a:rPr>
              <a:t>structured responses.</a:t>
            </a:r>
            <a:endParaRPr sz="1600">
              <a:latin typeface="Times New Roman" panose="02020603050405020304"/>
              <a:cs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772668"/>
            <a:ext cx="10692384" cy="601370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772668"/>
            <a:ext cx="10692384" cy="6013703"/>
          </a:xfrm>
          <a:prstGeom prst="rect">
            <a:avLst/>
          </a:prstGeom>
        </p:spPr>
      </p:pic>
      <p:grpSp>
        <p:nvGrpSpPr>
          <p:cNvPr id="3" name="object 3"/>
          <p:cNvGrpSpPr/>
          <p:nvPr/>
        </p:nvGrpSpPr>
        <p:grpSpPr>
          <a:xfrm>
            <a:off x="304799" y="1152144"/>
            <a:ext cx="1297305" cy="1286510"/>
            <a:chOff x="304799" y="1152144"/>
            <a:chExt cx="1297305" cy="1286510"/>
          </a:xfrm>
        </p:grpSpPr>
        <p:sp>
          <p:nvSpPr>
            <p:cNvPr id="4" name="object 4"/>
            <p:cNvSpPr/>
            <p:nvPr/>
          </p:nvSpPr>
          <p:spPr>
            <a:xfrm>
              <a:off x="420623" y="1275587"/>
              <a:ext cx="1164590" cy="1146175"/>
            </a:xfrm>
            <a:custGeom>
              <a:avLst/>
              <a:gdLst/>
              <a:ahLst/>
              <a:cxnLst/>
              <a:rect l="l" t="t" r="r" b="b"/>
              <a:pathLst>
                <a:path w="1164590" h="1146175">
                  <a:moveTo>
                    <a:pt x="1062227" y="1146048"/>
                  </a:moveTo>
                  <a:lnTo>
                    <a:pt x="102108" y="1146048"/>
                  </a:lnTo>
                  <a:lnTo>
                    <a:pt x="62364" y="1138023"/>
                  </a:lnTo>
                  <a:lnTo>
                    <a:pt x="29908" y="1116139"/>
                  </a:lnTo>
                  <a:lnTo>
                    <a:pt x="8024" y="1083683"/>
                  </a:lnTo>
                  <a:lnTo>
                    <a:pt x="0" y="1043940"/>
                  </a:lnTo>
                  <a:lnTo>
                    <a:pt x="0" y="100584"/>
                  </a:lnTo>
                  <a:lnTo>
                    <a:pt x="8024" y="61079"/>
                  </a:lnTo>
                  <a:lnTo>
                    <a:pt x="29908" y="29146"/>
                  </a:lnTo>
                  <a:lnTo>
                    <a:pt x="62364" y="7786"/>
                  </a:lnTo>
                  <a:lnTo>
                    <a:pt x="102108" y="0"/>
                  </a:lnTo>
                  <a:lnTo>
                    <a:pt x="1062227" y="0"/>
                  </a:lnTo>
                  <a:lnTo>
                    <a:pt x="1101971" y="7786"/>
                  </a:lnTo>
                  <a:lnTo>
                    <a:pt x="1134427" y="29146"/>
                  </a:lnTo>
                  <a:lnTo>
                    <a:pt x="1156311" y="61079"/>
                  </a:lnTo>
                  <a:lnTo>
                    <a:pt x="1164335" y="100584"/>
                  </a:lnTo>
                  <a:lnTo>
                    <a:pt x="1164335" y="1043940"/>
                  </a:lnTo>
                  <a:lnTo>
                    <a:pt x="1156311" y="1083683"/>
                  </a:lnTo>
                  <a:lnTo>
                    <a:pt x="1134427" y="1116139"/>
                  </a:lnTo>
                  <a:lnTo>
                    <a:pt x="1101971" y="1138023"/>
                  </a:lnTo>
                  <a:lnTo>
                    <a:pt x="1062227" y="1146048"/>
                  </a:lnTo>
                  <a:close/>
                </a:path>
              </a:pathLst>
            </a:custGeom>
            <a:solidFill>
              <a:srgbClr val="4F7CB8"/>
            </a:solidFill>
          </p:spPr>
          <p:txBody>
            <a:bodyPr wrap="square" lIns="0" tIns="0" rIns="0" bIns="0" rtlCol="0"/>
            <a:lstStyle/>
            <a:p/>
          </p:txBody>
        </p:sp>
        <p:sp>
          <p:nvSpPr>
            <p:cNvPr id="5" name="object 5"/>
            <p:cNvSpPr/>
            <p:nvPr/>
          </p:nvSpPr>
          <p:spPr>
            <a:xfrm>
              <a:off x="420623" y="1275587"/>
              <a:ext cx="1164590" cy="1146175"/>
            </a:xfrm>
            <a:custGeom>
              <a:avLst/>
              <a:gdLst/>
              <a:ahLst/>
              <a:cxnLst/>
              <a:rect l="l" t="t" r="r" b="b"/>
              <a:pathLst>
                <a:path w="1164590" h="1146175">
                  <a:moveTo>
                    <a:pt x="0" y="100584"/>
                  </a:moveTo>
                  <a:lnTo>
                    <a:pt x="8024" y="61079"/>
                  </a:lnTo>
                  <a:lnTo>
                    <a:pt x="29908" y="29146"/>
                  </a:lnTo>
                  <a:lnTo>
                    <a:pt x="62364" y="7786"/>
                  </a:lnTo>
                  <a:lnTo>
                    <a:pt x="102108" y="0"/>
                  </a:lnTo>
                  <a:lnTo>
                    <a:pt x="1062227" y="0"/>
                  </a:lnTo>
                  <a:lnTo>
                    <a:pt x="1101971" y="7786"/>
                  </a:lnTo>
                  <a:lnTo>
                    <a:pt x="1134427" y="29146"/>
                  </a:lnTo>
                  <a:lnTo>
                    <a:pt x="1156311" y="61079"/>
                  </a:lnTo>
                  <a:lnTo>
                    <a:pt x="1164335" y="100584"/>
                  </a:lnTo>
                  <a:lnTo>
                    <a:pt x="1164335" y="1043940"/>
                  </a:lnTo>
                  <a:lnTo>
                    <a:pt x="1156311" y="1083683"/>
                  </a:lnTo>
                  <a:lnTo>
                    <a:pt x="1134427" y="1116139"/>
                  </a:lnTo>
                  <a:lnTo>
                    <a:pt x="1101971" y="1138023"/>
                  </a:lnTo>
                  <a:lnTo>
                    <a:pt x="1062227" y="1146048"/>
                  </a:lnTo>
                  <a:lnTo>
                    <a:pt x="102108" y="1146048"/>
                  </a:lnTo>
                  <a:lnTo>
                    <a:pt x="62364" y="1138023"/>
                  </a:lnTo>
                  <a:lnTo>
                    <a:pt x="29908" y="1116139"/>
                  </a:lnTo>
                  <a:lnTo>
                    <a:pt x="8024" y="1083683"/>
                  </a:lnTo>
                  <a:lnTo>
                    <a:pt x="0" y="1043940"/>
                  </a:lnTo>
                  <a:lnTo>
                    <a:pt x="0" y="100584"/>
                  </a:lnTo>
                  <a:close/>
                </a:path>
              </a:pathLst>
            </a:custGeom>
            <a:ln w="33528">
              <a:solidFill>
                <a:srgbClr val="4F7CB8"/>
              </a:solidFill>
            </a:ln>
          </p:spPr>
          <p:txBody>
            <a:bodyPr wrap="square" lIns="0" tIns="0" rIns="0" bIns="0" rtlCol="0"/>
            <a:lstStyle/>
            <a:p/>
          </p:txBody>
        </p:sp>
        <p:sp>
          <p:nvSpPr>
            <p:cNvPr id="6" name="object 6"/>
            <p:cNvSpPr/>
            <p:nvPr/>
          </p:nvSpPr>
          <p:spPr>
            <a:xfrm>
              <a:off x="321563" y="1168908"/>
              <a:ext cx="1164590" cy="1146175"/>
            </a:xfrm>
            <a:custGeom>
              <a:avLst/>
              <a:gdLst/>
              <a:ahLst/>
              <a:cxnLst/>
              <a:rect l="l" t="t" r="r" b="b"/>
              <a:pathLst>
                <a:path w="1164590" h="1146175">
                  <a:moveTo>
                    <a:pt x="1062227" y="1146047"/>
                  </a:moveTo>
                  <a:lnTo>
                    <a:pt x="102108" y="1146047"/>
                  </a:lnTo>
                  <a:lnTo>
                    <a:pt x="62364" y="1138261"/>
                  </a:lnTo>
                  <a:lnTo>
                    <a:pt x="29908" y="1116901"/>
                  </a:lnTo>
                  <a:lnTo>
                    <a:pt x="8024" y="1084968"/>
                  </a:lnTo>
                  <a:lnTo>
                    <a:pt x="0" y="1045464"/>
                  </a:lnTo>
                  <a:lnTo>
                    <a:pt x="0" y="102108"/>
                  </a:lnTo>
                  <a:lnTo>
                    <a:pt x="8024" y="62364"/>
                  </a:lnTo>
                  <a:lnTo>
                    <a:pt x="29908" y="29908"/>
                  </a:lnTo>
                  <a:lnTo>
                    <a:pt x="62364" y="8024"/>
                  </a:lnTo>
                  <a:lnTo>
                    <a:pt x="102108" y="0"/>
                  </a:lnTo>
                  <a:lnTo>
                    <a:pt x="1062227" y="0"/>
                  </a:lnTo>
                  <a:lnTo>
                    <a:pt x="1101971" y="8024"/>
                  </a:lnTo>
                  <a:lnTo>
                    <a:pt x="1134427" y="29908"/>
                  </a:lnTo>
                  <a:lnTo>
                    <a:pt x="1156311" y="62364"/>
                  </a:lnTo>
                  <a:lnTo>
                    <a:pt x="1164335" y="102108"/>
                  </a:lnTo>
                  <a:lnTo>
                    <a:pt x="1164335" y="1045464"/>
                  </a:lnTo>
                  <a:lnTo>
                    <a:pt x="1156311" y="1084968"/>
                  </a:lnTo>
                  <a:lnTo>
                    <a:pt x="1134427" y="1116901"/>
                  </a:lnTo>
                  <a:lnTo>
                    <a:pt x="1101971" y="1138261"/>
                  </a:lnTo>
                  <a:lnTo>
                    <a:pt x="1062227" y="1146047"/>
                  </a:lnTo>
                  <a:close/>
                </a:path>
              </a:pathLst>
            </a:custGeom>
            <a:solidFill>
              <a:srgbClr val="FFFFFF"/>
            </a:solidFill>
          </p:spPr>
          <p:txBody>
            <a:bodyPr wrap="square" lIns="0" tIns="0" rIns="0" bIns="0" rtlCol="0"/>
            <a:lstStyle/>
            <a:p/>
          </p:txBody>
        </p:sp>
        <p:sp>
          <p:nvSpPr>
            <p:cNvPr id="7" name="object 7"/>
            <p:cNvSpPr/>
            <p:nvPr/>
          </p:nvSpPr>
          <p:spPr>
            <a:xfrm>
              <a:off x="321563" y="1168908"/>
              <a:ext cx="1164590" cy="1146175"/>
            </a:xfrm>
            <a:custGeom>
              <a:avLst/>
              <a:gdLst/>
              <a:ahLst/>
              <a:cxnLst/>
              <a:rect l="l" t="t" r="r" b="b"/>
              <a:pathLst>
                <a:path w="1164590" h="1146175">
                  <a:moveTo>
                    <a:pt x="0" y="102108"/>
                  </a:moveTo>
                  <a:lnTo>
                    <a:pt x="8024" y="62364"/>
                  </a:lnTo>
                  <a:lnTo>
                    <a:pt x="29908" y="29908"/>
                  </a:lnTo>
                  <a:lnTo>
                    <a:pt x="62364" y="8024"/>
                  </a:lnTo>
                  <a:lnTo>
                    <a:pt x="102108" y="0"/>
                  </a:lnTo>
                  <a:lnTo>
                    <a:pt x="1062227" y="0"/>
                  </a:lnTo>
                  <a:lnTo>
                    <a:pt x="1101971" y="8024"/>
                  </a:lnTo>
                  <a:lnTo>
                    <a:pt x="1134427" y="29908"/>
                  </a:lnTo>
                  <a:lnTo>
                    <a:pt x="1156311" y="62364"/>
                  </a:lnTo>
                  <a:lnTo>
                    <a:pt x="1164335" y="102108"/>
                  </a:lnTo>
                  <a:lnTo>
                    <a:pt x="1164335" y="1045464"/>
                  </a:lnTo>
                  <a:lnTo>
                    <a:pt x="1156311" y="1084968"/>
                  </a:lnTo>
                  <a:lnTo>
                    <a:pt x="1134427" y="1116901"/>
                  </a:lnTo>
                  <a:lnTo>
                    <a:pt x="1101971" y="1138261"/>
                  </a:lnTo>
                  <a:lnTo>
                    <a:pt x="1062227" y="1146047"/>
                  </a:lnTo>
                  <a:lnTo>
                    <a:pt x="102108" y="1146047"/>
                  </a:lnTo>
                  <a:lnTo>
                    <a:pt x="62364" y="1138261"/>
                  </a:lnTo>
                  <a:lnTo>
                    <a:pt x="29908" y="1116901"/>
                  </a:lnTo>
                  <a:lnTo>
                    <a:pt x="8024" y="1084968"/>
                  </a:lnTo>
                  <a:lnTo>
                    <a:pt x="0" y="1045464"/>
                  </a:lnTo>
                  <a:lnTo>
                    <a:pt x="0" y="102108"/>
                  </a:lnTo>
                  <a:close/>
                </a:path>
              </a:pathLst>
            </a:custGeom>
            <a:ln w="33528">
              <a:solidFill>
                <a:srgbClr val="4F7CB8"/>
              </a:solidFill>
            </a:ln>
          </p:spPr>
          <p:txBody>
            <a:bodyPr wrap="square" lIns="0" tIns="0" rIns="0" bIns="0" rtlCol="0"/>
            <a:lstStyle/>
            <a:p/>
          </p:txBody>
        </p:sp>
      </p:grpSp>
      <p:sp>
        <p:nvSpPr>
          <p:cNvPr id="8" name="object 8"/>
          <p:cNvSpPr txBox="1">
            <a:spLocks noGrp="1"/>
          </p:cNvSpPr>
          <p:nvPr>
            <p:ph type="title"/>
          </p:nvPr>
        </p:nvSpPr>
        <p:spPr>
          <a:xfrm>
            <a:off x="3058155" y="1070992"/>
            <a:ext cx="5436870" cy="1309370"/>
          </a:xfrm>
          <a:prstGeom prst="rect">
            <a:avLst/>
          </a:prstGeom>
        </p:spPr>
        <p:txBody>
          <a:bodyPr vert="horz" wrap="square" lIns="0" tIns="12700" rIns="0" bIns="0" rtlCol="0">
            <a:spAutoFit/>
          </a:bodyPr>
          <a:lstStyle/>
          <a:p>
            <a:pPr marL="631190" marR="5080" indent="-619125">
              <a:lnSpc>
                <a:spcPct val="100000"/>
              </a:lnSpc>
              <a:spcBef>
                <a:spcPts val="100"/>
              </a:spcBef>
            </a:pPr>
            <a:r>
              <a:rPr sz="4200" dirty="0">
                <a:solidFill>
                  <a:srgbClr val="DFEFFF"/>
                </a:solidFill>
              </a:rPr>
              <a:t>GEN</a:t>
            </a:r>
            <a:r>
              <a:rPr sz="4200" spc="-250" dirty="0">
                <a:solidFill>
                  <a:srgbClr val="DFEFFF"/>
                </a:solidFill>
              </a:rPr>
              <a:t> </a:t>
            </a:r>
            <a:r>
              <a:rPr sz="4200" dirty="0">
                <a:solidFill>
                  <a:srgbClr val="DFEFFF"/>
                </a:solidFill>
              </a:rPr>
              <a:t>AI</a:t>
            </a:r>
            <a:r>
              <a:rPr sz="4200" spc="-35" dirty="0">
                <a:solidFill>
                  <a:srgbClr val="DFEFFF"/>
                </a:solidFill>
              </a:rPr>
              <a:t> </a:t>
            </a:r>
            <a:r>
              <a:rPr sz="4200" dirty="0">
                <a:solidFill>
                  <a:srgbClr val="DFEFFF"/>
                </a:solidFill>
              </a:rPr>
              <a:t>Powered</a:t>
            </a:r>
            <a:r>
              <a:rPr sz="4200" spc="-60" dirty="0">
                <a:solidFill>
                  <a:srgbClr val="DFEFFF"/>
                </a:solidFill>
              </a:rPr>
              <a:t> </a:t>
            </a:r>
            <a:r>
              <a:rPr sz="4200" spc="-20" dirty="0">
                <a:solidFill>
                  <a:srgbClr val="DFEFFF"/>
                </a:solidFill>
              </a:rPr>
              <a:t>Mock </a:t>
            </a:r>
            <a:r>
              <a:rPr sz="4200" dirty="0">
                <a:solidFill>
                  <a:srgbClr val="DFEFFF"/>
                </a:solidFill>
              </a:rPr>
              <a:t>Interviews</a:t>
            </a:r>
            <a:r>
              <a:rPr sz="4200" spc="-25" dirty="0">
                <a:solidFill>
                  <a:srgbClr val="DFEFFF"/>
                </a:solidFill>
              </a:rPr>
              <a:t> </a:t>
            </a:r>
            <a:r>
              <a:rPr sz="4200" spc="-10" dirty="0">
                <a:solidFill>
                  <a:srgbClr val="DFEFFF"/>
                </a:solidFill>
              </a:rPr>
              <a:t>System</a:t>
            </a:r>
            <a:endParaRPr sz="4200"/>
          </a:p>
        </p:txBody>
      </p:sp>
      <p:sp>
        <p:nvSpPr>
          <p:cNvPr id="9" name="object 9"/>
          <p:cNvSpPr txBox="1"/>
          <p:nvPr/>
        </p:nvSpPr>
        <p:spPr>
          <a:xfrm>
            <a:off x="366986" y="1220023"/>
            <a:ext cx="961390" cy="1148715"/>
          </a:xfrm>
          <a:prstGeom prst="rect">
            <a:avLst/>
          </a:prstGeom>
        </p:spPr>
        <p:txBody>
          <a:bodyPr vert="horz" wrap="square" lIns="0" tIns="14604" rIns="0" bIns="0" rtlCol="0">
            <a:spAutoFit/>
          </a:bodyPr>
          <a:lstStyle/>
          <a:p>
            <a:pPr marL="12700">
              <a:lnSpc>
                <a:spcPct val="100000"/>
              </a:lnSpc>
              <a:spcBef>
                <a:spcPts val="115"/>
              </a:spcBef>
            </a:pPr>
            <a:r>
              <a:rPr sz="7350" b="1" spc="-25" dirty="0">
                <a:solidFill>
                  <a:srgbClr val="21244B"/>
                </a:solidFill>
                <a:latin typeface="Times New Roman" panose="02020603050405020304"/>
                <a:cs typeface="Times New Roman" panose="02020603050405020304"/>
              </a:rPr>
              <a:t>03</a:t>
            </a:r>
            <a:endParaRPr sz="7350">
              <a:latin typeface="Times New Roman" panose="02020603050405020304"/>
              <a:cs typeface="Times New Roman" panose="02020603050405020304"/>
            </a:endParaRPr>
          </a:p>
        </p:txBody>
      </p:sp>
      <p:sp>
        <p:nvSpPr>
          <p:cNvPr id="10" name="object 10"/>
          <p:cNvSpPr txBox="1"/>
          <p:nvPr/>
        </p:nvSpPr>
        <p:spPr>
          <a:xfrm>
            <a:off x="417108" y="2654233"/>
            <a:ext cx="6505575" cy="1280795"/>
          </a:xfrm>
          <a:prstGeom prst="rect">
            <a:avLst/>
          </a:prstGeom>
        </p:spPr>
        <p:txBody>
          <a:bodyPr vert="horz" wrap="square" lIns="0" tIns="171450" rIns="0" bIns="0" rtlCol="0">
            <a:spAutoFit/>
          </a:bodyPr>
          <a:lstStyle/>
          <a:p>
            <a:pPr marL="12700">
              <a:lnSpc>
                <a:spcPct val="100000"/>
              </a:lnSpc>
              <a:spcBef>
                <a:spcPts val="1350"/>
              </a:spcBef>
            </a:pPr>
            <a:r>
              <a:rPr sz="2350" b="1" dirty="0">
                <a:solidFill>
                  <a:srgbClr val="DFEFFF"/>
                </a:solidFill>
                <a:latin typeface="Times New Roman" panose="02020603050405020304"/>
                <a:cs typeface="Times New Roman" panose="02020603050405020304"/>
              </a:rPr>
              <a:t>Simulated</a:t>
            </a:r>
            <a:r>
              <a:rPr sz="2350" b="1" spc="-85" dirty="0">
                <a:solidFill>
                  <a:srgbClr val="DFEFFF"/>
                </a:solidFill>
                <a:latin typeface="Times New Roman" panose="02020603050405020304"/>
                <a:cs typeface="Times New Roman" panose="02020603050405020304"/>
              </a:rPr>
              <a:t> </a:t>
            </a:r>
            <a:r>
              <a:rPr sz="2350" b="1" spc="-25" dirty="0">
                <a:solidFill>
                  <a:srgbClr val="DFEFFF"/>
                </a:solidFill>
                <a:latin typeface="Times New Roman" panose="02020603050405020304"/>
                <a:cs typeface="Times New Roman" panose="02020603050405020304"/>
              </a:rPr>
              <a:t>real-</a:t>
            </a:r>
            <a:r>
              <a:rPr sz="2350" b="1" dirty="0">
                <a:solidFill>
                  <a:srgbClr val="DFEFFF"/>
                </a:solidFill>
                <a:latin typeface="Times New Roman" panose="02020603050405020304"/>
                <a:cs typeface="Times New Roman" panose="02020603050405020304"/>
              </a:rPr>
              <a:t>time</a:t>
            </a:r>
            <a:r>
              <a:rPr sz="2350" b="1" spc="-95" dirty="0">
                <a:solidFill>
                  <a:srgbClr val="DFEFFF"/>
                </a:solidFill>
                <a:latin typeface="Times New Roman" panose="02020603050405020304"/>
                <a:cs typeface="Times New Roman" panose="02020603050405020304"/>
              </a:rPr>
              <a:t> </a:t>
            </a:r>
            <a:r>
              <a:rPr sz="2350" b="1" spc="-10" dirty="0">
                <a:solidFill>
                  <a:srgbClr val="DFEFFF"/>
                </a:solidFill>
                <a:latin typeface="Times New Roman" panose="02020603050405020304"/>
                <a:cs typeface="Times New Roman" panose="02020603050405020304"/>
              </a:rPr>
              <a:t>interviews</a:t>
            </a:r>
            <a:endParaRPr sz="2350">
              <a:latin typeface="Times New Roman" panose="02020603050405020304"/>
              <a:cs typeface="Times New Roman" panose="02020603050405020304"/>
            </a:endParaRPr>
          </a:p>
          <a:p>
            <a:pPr marL="68580" marR="5080">
              <a:lnSpc>
                <a:spcPct val="100000"/>
              </a:lnSpc>
              <a:spcBef>
                <a:spcPts val="750"/>
              </a:spcBef>
            </a:pPr>
            <a:r>
              <a:rPr sz="1400" dirty="0">
                <a:solidFill>
                  <a:srgbClr val="DFEFFF"/>
                </a:solidFill>
                <a:latin typeface="Times New Roman" panose="02020603050405020304"/>
                <a:cs typeface="Times New Roman" panose="02020603050405020304"/>
              </a:rPr>
              <a:t>SIC</a:t>
            </a:r>
            <a:r>
              <a:rPr sz="1400" spc="-3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simulates</a:t>
            </a:r>
            <a:r>
              <a:rPr sz="1400" spc="-5" dirty="0">
                <a:solidFill>
                  <a:srgbClr val="DFEFFF"/>
                </a:solidFill>
                <a:latin typeface="Times New Roman" panose="02020603050405020304"/>
                <a:cs typeface="Times New Roman" panose="02020603050405020304"/>
              </a:rPr>
              <a:t> </a:t>
            </a:r>
            <a:r>
              <a:rPr sz="1400" spc="-10" dirty="0">
                <a:solidFill>
                  <a:srgbClr val="DFEFFF"/>
                </a:solidFill>
                <a:latin typeface="Times New Roman" panose="02020603050405020304"/>
                <a:cs typeface="Times New Roman" panose="02020603050405020304"/>
              </a:rPr>
              <a:t>real-</a:t>
            </a:r>
            <a:r>
              <a:rPr sz="1400" dirty="0">
                <a:solidFill>
                  <a:srgbClr val="DFEFFF"/>
                </a:solidFill>
                <a:latin typeface="Times New Roman" panose="02020603050405020304"/>
                <a:cs typeface="Times New Roman" panose="02020603050405020304"/>
              </a:rPr>
              <a:t>time</a:t>
            </a:r>
            <a:r>
              <a:rPr sz="1400" spc="3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interviews</a:t>
            </a:r>
            <a:r>
              <a:rPr sz="1400" spc="-2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to</a:t>
            </a:r>
            <a:r>
              <a:rPr sz="1400" spc="-2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provide</a:t>
            </a:r>
            <a:r>
              <a:rPr sz="1400" spc="-4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candidates</a:t>
            </a:r>
            <a:r>
              <a:rPr sz="1400" spc="-3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with</a:t>
            </a:r>
            <a:r>
              <a:rPr sz="1400" spc="-1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a realistic</a:t>
            </a:r>
            <a:r>
              <a:rPr sz="1400" spc="-25" dirty="0">
                <a:solidFill>
                  <a:srgbClr val="DFEFFF"/>
                </a:solidFill>
                <a:latin typeface="Times New Roman" panose="02020603050405020304"/>
                <a:cs typeface="Times New Roman" panose="02020603050405020304"/>
              </a:rPr>
              <a:t> </a:t>
            </a:r>
            <a:r>
              <a:rPr sz="1400" spc="-10" dirty="0">
                <a:solidFill>
                  <a:srgbClr val="DFEFFF"/>
                </a:solidFill>
                <a:latin typeface="Times New Roman" panose="02020603050405020304"/>
                <a:cs typeface="Times New Roman" panose="02020603050405020304"/>
              </a:rPr>
              <a:t>interview </a:t>
            </a:r>
            <a:r>
              <a:rPr sz="1400" dirty="0">
                <a:solidFill>
                  <a:srgbClr val="DFEFFF"/>
                </a:solidFill>
                <a:latin typeface="Times New Roman" panose="02020603050405020304"/>
                <a:cs typeface="Times New Roman" panose="02020603050405020304"/>
              </a:rPr>
              <a:t>environment.</a:t>
            </a:r>
            <a:r>
              <a:rPr sz="1400" spc="-2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Candidates</a:t>
            </a:r>
            <a:r>
              <a:rPr sz="1400" spc="-4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engage</a:t>
            </a:r>
            <a:r>
              <a:rPr sz="1400" spc="-2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in</a:t>
            </a:r>
            <a:r>
              <a:rPr sz="1400" spc="-1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mock</a:t>
            </a:r>
            <a:r>
              <a:rPr sz="1400" spc="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interviews,</a:t>
            </a:r>
            <a:r>
              <a:rPr sz="1400" spc="-4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allowing</a:t>
            </a:r>
            <a:r>
              <a:rPr sz="1400" spc="-3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them</a:t>
            </a:r>
            <a:r>
              <a:rPr sz="1400" spc="-1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to</a:t>
            </a:r>
            <a:r>
              <a:rPr sz="1400" spc="-1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practice</a:t>
            </a:r>
            <a:r>
              <a:rPr sz="1400" spc="-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and</a:t>
            </a:r>
            <a:r>
              <a:rPr sz="1400" spc="-20" dirty="0">
                <a:solidFill>
                  <a:srgbClr val="DFEFFF"/>
                </a:solidFill>
                <a:latin typeface="Times New Roman" panose="02020603050405020304"/>
                <a:cs typeface="Times New Roman" panose="02020603050405020304"/>
              </a:rPr>
              <a:t> </a:t>
            </a:r>
            <a:r>
              <a:rPr sz="1400" spc="-10" dirty="0">
                <a:solidFill>
                  <a:srgbClr val="DFEFFF"/>
                </a:solidFill>
                <a:latin typeface="Times New Roman" panose="02020603050405020304"/>
                <a:cs typeface="Times New Roman" panose="02020603050405020304"/>
              </a:rPr>
              <a:t>refine </a:t>
            </a:r>
            <a:r>
              <a:rPr sz="1400" dirty="0">
                <a:solidFill>
                  <a:srgbClr val="DFEFFF"/>
                </a:solidFill>
                <a:latin typeface="Times New Roman" panose="02020603050405020304"/>
                <a:cs typeface="Times New Roman" panose="02020603050405020304"/>
              </a:rPr>
              <a:t>their</a:t>
            </a:r>
            <a:r>
              <a:rPr sz="1400" spc="-1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responses</a:t>
            </a:r>
            <a:r>
              <a:rPr sz="1400" spc="-6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while</a:t>
            </a:r>
            <a:r>
              <a:rPr sz="1400" spc="-1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building</a:t>
            </a:r>
            <a:r>
              <a:rPr sz="1400" spc="-6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confidence</a:t>
            </a:r>
            <a:r>
              <a:rPr sz="1400" spc="-2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before</a:t>
            </a:r>
            <a:r>
              <a:rPr sz="1400" spc="-1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facing</a:t>
            </a:r>
            <a:r>
              <a:rPr sz="1400" spc="1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actual</a:t>
            </a:r>
            <a:r>
              <a:rPr sz="1400" spc="-5" dirty="0">
                <a:solidFill>
                  <a:srgbClr val="DFEFFF"/>
                </a:solidFill>
                <a:latin typeface="Times New Roman" panose="02020603050405020304"/>
                <a:cs typeface="Times New Roman" panose="02020603050405020304"/>
              </a:rPr>
              <a:t> </a:t>
            </a:r>
            <a:r>
              <a:rPr sz="1400" spc="-10" dirty="0">
                <a:solidFill>
                  <a:srgbClr val="DFEFFF"/>
                </a:solidFill>
                <a:latin typeface="Times New Roman" panose="02020603050405020304"/>
                <a:cs typeface="Times New Roman" panose="02020603050405020304"/>
              </a:rPr>
              <a:t>interviews.</a:t>
            </a:r>
            <a:endParaRPr sz="1400">
              <a:latin typeface="Times New Roman" panose="02020603050405020304"/>
              <a:cs typeface="Times New Roman" panose="02020603050405020304"/>
            </a:endParaRPr>
          </a:p>
        </p:txBody>
      </p:sp>
      <p:sp>
        <p:nvSpPr>
          <p:cNvPr id="11" name="object 11"/>
          <p:cNvSpPr txBox="1"/>
          <p:nvPr/>
        </p:nvSpPr>
        <p:spPr>
          <a:xfrm>
            <a:off x="328593" y="4492196"/>
            <a:ext cx="6365240" cy="1231900"/>
          </a:xfrm>
          <a:prstGeom prst="rect">
            <a:avLst/>
          </a:prstGeom>
        </p:spPr>
        <p:txBody>
          <a:bodyPr vert="horz" wrap="square" lIns="0" tIns="13335" rIns="0" bIns="0" rtlCol="0">
            <a:spAutoFit/>
          </a:bodyPr>
          <a:lstStyle/>
          <a:p>
            <a:pPr marL="12700">
              <a:lnSpc>
                <a:spcPct val="100000"/>
              </a:lnSpc>
              <a:spcBef>
                <a:spcPts val="105"/>
              </a:spcBef>
            </a:pPr>
            <a:r>
              <a:rPr sz="2800" b="1" dirty="0">
                <a:solidFill>
                  <a:srgbClr val="DFEFFF"/>
                </a:solidFill>
                <a:latin typeface="Times New Roman" panose="02020603050405020304"/>
                <a:cs typeface="Times New Roman" panose="02020603050405020304"/>
              </a:rPr>
              <a:t>AI</a:t>
            </a:r>
            <a:r>
              <a:rPr sz="2800" b="1" spc="-30" dirty="0">
                <a:solidFill>
                  <a:srgbClr val="DFEFFF"/>
                </a:solidFill>
                <a:latin typeface="Times New Roman" panose="02020603050405020304"/>
                <a:cs typeface="Times New Roman" panose="02020603050405020304"/>
              </a:rPr>
              <a:t> </a:t>
            </a:r>
            <a:r>
              <a:rPr sz="2350" b="1" dirty="0">
                <a:solidFill>
                  <a:srgbClr val="DFEFFF"/>
                </a:solidFill>
                <a:latin typeface="Times New Roman" panose="02020603050405020304"/>
                <a:cs typeface="Times New Roman" panose="02020603050405020304"/>
              </a:rPr>
              <a:t>feedback</a:t>
            </a:r>
            <a:r>
              <a:rPr sz="2350" b="1" spc="65" dirty="0">
                <a:solidFill>
                  <a:srgbClr val="DFEFFF"/>
                </a:solidFill>
                <a:latin typeface="Times New Roman" panose="02020603050405020304"/>
                <a:cs typeface="Times New Roman" panose="02020603050405020304"/>
              </a:rPr>
              <a:t> </a:t>
            </a:r>
            <a:r>
              <a:rPr sz="2800" b="1" dirty="0">
                <a:solidFill>
                  <a:srgbClr val="DFEFFF"/>
                </a:solidFill>
                <a:latin typeface="Times New Roman" panose="02020603050405020304"/>
                <a:cs typeface="Times New Roman" panose="02020603050405020304"/>
              </a:rPr>
              <a:t>on</a:t>
            </a:r>
            <a:r>
              <a:rPr sz="2800" b="1" spc="-55" dirty="0">
                <a:solidFill>
                  <a:srgbClr val="DFEFFF"/>
                </a:solidFill>
                <a:latin typeface="Times New Roman" panose="02020603050405020304"/>
                <a:cs typeface="Times New Roman" panose="02020603050405020304"/>
              </a:rPr>
              <a:t> </a:t>
            </a:r>
            <a:r>
              <a:rPr sz="2800" b="1" spc="-10" dirty="0">
                <a:solidFill>
                  <a:srgbClr val="DFEFFF"/>
                </a:solidFill>
                <a:latin typeface="Times New Roman" panose="02020603050405020304"/>
                <a:cs typeface="Times New Roman" panose="02020603050405020304"/>
              </a:rPr>
              <a:t>performance</a:t>
            </a:r>
            <a:endParaRPr sz="2800">
              <a:latin typeface="Times New Roman" panose="02020603050405020304"/>
              <a:cs typeface="Times New Roman" panose="02020603050405020304"/>
            </a:endParaRPr>
          </a:p>
          <a:p>
            <a:pPr marL="280670" marR="5080">
              <a:lnSpc>
                <a:spcPct val="100000"/>
              </a:lnSpc>
              <a:spcBef>
                <a:spcPts val="1070"/>
              </a:spcBef>
            </a:pPr>
            <a:r>
              <a:rPr sz="1400" dirty="0">
                <a:solidFill>
                  <a:srgbClr val="DFEFFF"/>
                </a:solidFill>
                <a:latin typeface="Times New Roman" panose="02020603050405020304"/>
                <a:cs typeface="Times New Roman" panose="02020603050405020304"/>
              </a:rPr>
              <a:t>After</a:t>
            </a:r>
            <a:r>
              <a:rPr sz="1400" spc="-2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each mock </a:t>
            </a:r>
            <a:r>
              <a:rPr sz="1400" spc="-10" dirty="0">
                <a:solidFill>
                  <a:srgbClr val="DFEFFF"/>
                </a:solidFill>
                <a:latin typeface="Times New Roman" panose="02020603050405020304"/>
                <a:cs typeface="Times New Roman" panose="02020603050405020304"/>
              </a:rPr>
              <a:t>interview,</a:t>
            </a:r>
            <a:r>
              <a:rPr sz="1400" spc="-2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the</a:t>
            </a:r>
            <a:r>
              <a:rPr sz="1400" spc="-2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system</a:t>
            </a:r>
            <a:r>
              <a:rPr sz="1400" spc="-2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generates</a:t>
            </a:r>
            <a:r>
              <a:rPr sz="1400" spc="-1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instant</a:t>
            </a:r>
            <a:r>
              <a:rPr sz="1400" spc="-4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feedback,</a:t>
            </a:r>
            <a:r>
              <a:rPr sz="1400" spc="-3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evaluating</a:t>
            </a:r>
            <a:r>
              <a:rPr sz="1400" spc="-20" dirty="0">
                <a:solidFill>
                  <a:srgbClr val="DFEFFF"/>
                </a:solidFill>
                <a:latin typeface="Times New Roman" panose="02020603050405020304"/>
                <a:cs typeface="Times New Roman" panose="02020603050405020304"/>
              </a:rPr>
              <a:t> </a:t>
            </a:r>
            <a:r>
              <a:rPr sz="1400" spc="-10" dirty="0">
                <a:solidFill>
                  <a:srgbClr val="DFEFFF"/>
                </a:solidFill>
                <a:latin typeface="Times New Roman" panose="02020603050405020304"/>
                <a:cs typeface="Times New Roman" panose="02020603050405020304"/>
              </a:rPr>
              <a:t>aspects </a:t>
            </a:r>
            <a:r>
              <a:rPr sz="1400" dirty="0">
                <a:solidFill>
                  <a:srgbClr val="DFEFFF"/>
                </a:solidFill>
                <a:latin typeface="Times New Roman" panose="02020603050405020304"/>
                <a:cs typeface="Times New Roman" panose="02020603050405020304"/>
              </a:rPr>
              <a:t>such</a:t>
            </a:r>
            <a:r>
              <a:rPr sz="1400" spc="-2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as</a:t>
            </a:r>
            <a:r>
              <a:rPr sz="1400" spc="-10" dirty="0">
                <a:solidFill>
                  <a:srgbClr val="DFEFFF"/>
                </a:solidFill>
                <a:latin typeface="Times New Roman" panose="02020603050405020304"/>
                <a:cs typeface="Times New Roman" panose="02020603050405020304"/>
              </a:rPr>
              <a:t> clarity,</a:t>
            </a:r>
            <a:r>
              <a:rPr sz="1400" spc="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engagement,</a:t>
            </a:r>
            <a:r>
              <a:rPr sz="1400" spc="-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and</a:t>
            </a:r>
            <a:r>
              <a:rPr sz="1400" spc="-1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the</a:t>
            </a:r>
            <a:r>
              <a:rPr sz="1400" spc="-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quality</a:t>
            </a:r>
            <a:r>
              <a:rPr sz="1400" spc="-2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of</a:t>
            </a:r>
            <a:r>
              <a:rPr sz="1400" spc="-15" dirty="0">
                <a:solidFill>
                  <a:srgbClr val="DFEFFF"/>
                </a:solidFill>
                <a:latin typeface="Times New Roman" panose="02020603050405020304"/>
                <a:cs typeface="Times New Roman" panose="02020603050405020304"/>
              </a:rPr>
              <a:t> </a:t>
            </a:r>
            <a:r>
              <a:rPr sz="1400" spc="-10" dirty="0">
                <a:solidFill>
                  <a:srgbClr val="DFEFFF"/>
                </a:solidFill>
                <a:latin typeface="Times New Roman" panose="02020603050405020304"/>
                <a:cs typeface="Times New Roman" panose="02020603050405020304"/>
              </a:rPr>
              <a:t>responses.</a:t>
            </a:r>
            <a:r>
              <a:rPr sz="1400" spc="-6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This</a:t>
            </a:r>
            <a:r>
              <a:rPr sz="1400" spc="-1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feedback</a:t>
            </a:r>
            <a:r>
              <a:rPr sz="1400" spc="-25" dirty="0">
                <a:solidFill>
                  <a:srgbClr val="DFEFFF"/>
                </a:solidFill>
                <a:latin typeface="Times New Roman" panose="02020603050405020304"/>
                <a:cs typeface="Times New Roman" panose="02020603050405020304"/>
              </a:rPr>
              <a:t> </a:t>
            </a:r>
            <a:r>
              <a:rPr sz="1400" spc="-10" dirty="0">
                <a:solidFill>
                  <a:srgbClr val="DFEFFF"/>
                </a:solidFill>
                <a:latin typeface="Times New Roman" panose="02020603050405020304"/>
                <a:cs typeface="Times New Roman" panose="02020603050405020304"/>
              </a:rPr>
              <a:t>helps </a:t>
            </a:r>
            <a:r>
              <a:rPr sz="1400" dirty="0">
                <a:solidFill>
                  <a:srgbClr val="DFEFFF"/>
                </a:solidFill>
                <a:latin typeface="Times New Roman" panose="02020603050405020304"/>
                <a:cs typeface="Times New Roman" panose="02020603050405020304"/>
              </a:rPr>
              <a:t>candidates</a:t>
            </a:r>
            <a:r>
              <a:rPr sz="1400" spc="-2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understand</a:t>
            </a:r>
            <a:r>
              <a:rPr sz="1400" spc="-4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their</a:t>
            </a:r>
            <a:r>
              <a:rPr sz="1400" spc="-1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performance</a:t>
            </a:r>
            <a:r>
              <a:rPr sz="1400" spc="1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and</a:t>
            </a:r>
            <a:r>
              <a:rPr sz="1400" spc="-2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identify</a:t>
            </a:r>
            <a:r>
              <a:rPr sz="1400" spc="-4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areas</a:t>
            </a:r>
            <a:r>
              <a:rPr sz="1400" spc="-1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for</a:t>
            </a:r>
            <a:r>
              <a:rPr sz="1400" spc="-25" dirty="0">
                <a:solidFill>
                  <a:srgbClr val="DFEFFF"/>
                </a:solidFill>
                <a:latin typeface="Times New Roman" panose="02020603050405020304"/>
                <a:cs typeface="Times New Roman" panose="02020603050405020304"/>
              </a:rPr>
              <a:t> </a:t>
            </a:r>
            <a:r>
              <a:rPr sz="1400" spc="-10" dirty="0">
                <a:solidFill>
                  <a:srgbClr val="DFEFFF"/>
                </a:solidFill>
                <a:latin typeface="Times New Roman" panose="02020603050405020304"/>
                <a:cs typeface="Times New Roman" panose="02020603050405020304"/>
              </a:rPr>
              <a:t>improvement.</a:t>
            </a:r>
            <a:endParaRPr sz="1400">
              <a:latin typeface="Times New Roman" panose="02020603050405020304"/>
              <a:cs typeface="Times New Roman" panose="02020603050405020304"/>
            </a:endParaRPr>
          </a:p>
        </p:txBody>
      </p:sp>
      <p:pic>
        <p:nvPicPr>
          <p:cNvPr id="12" name="object 12"/>
          <p:cNvPicPr/>
          <p:nvPr/>
        </p:nvPicPr>
        <p:blipFill>
          <a:blip r:embed="rId2" cstate="print"/>
          <a:stretch>
            <a:fillRect/>
          </a:stretch>
        </p:blipFill>
        <p:spPr>
          <a:xfrm>
            <a:off x="7292340" y="2729483"/>
            <a:ext cx="3078480" cy="299313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908050" y="257175"/>
            <a:ext cx="8877300" cy="7048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30" rIns="0" bIns="0" rtlCol="0">
            <a:spAutoFit/>
          </a:bodyPr>
          <a:lstStyle/>
          <a:p>
            <a:pPr marL="200025">
              <a:lnSpc>
                <a:spcPct val="100000"/>
              </a:lnSpc>
              <a:spcBef>
                <a:spcPts val="90"/>
              </a:spcBef>
            </a:pPr>
            <a:r>
              <a:rPr spc="-10" dirty="0"/>
              <a:t>Video</a:t>
            </a:r>
            <a:r>
              <a:rPr spc="-70" dirty="0"/>
              <a:t> </a:t>
            </a:r>
            <a:r>
              <a:rPr dirty="0"/>
              <a:t>and</a:t>
            </a:r>
            <a:r>
              <a:rPr spc="-60" dirty="0"/>
              <a:t> </a:t>
            </a:r>
            <a:r>
              <a:rPr dirty="0"/>
              <a:t>speech</a:t>
            </a:r>
            <a:r>
              <a:rPr spc="-85" dirty="0"/>
              <a:t> </a:t>
            </a:r>
            <a:r>
              <a:rPr spc="-10" dirty="0"/>
              <a:t>analysis</a:t>
            </a:r>
            <a:endParaRPr spc="-10" dirty="0"/>
          </a:p>
        </p:txBody>
      </p:sp>
      <p:sp>
        <p:nvSpPr>
          <p:cNvPr id="3" name="object 3"/>
          <p:cNvSpPr txBox="1"/>
          <p:nvPr/>
        </p:nvSpPr>
        <p:spPr>
          <a:xfrm>
            <a:off x="526836" y="2018807"/>
            <a:ext cx="5132070" cy="899794"/>
          </a:xfrm>
          <a:prstGeom prst="rect">
            <a:avLst/>
          </a:prstGeom>
        </p:spPr>
        <p:txBody>
          <a:bodyPr vert="horz" wrap="square" lIns="0" tIns="34925" rIns="0" bIns="0" rtlCol="0">
            <a:spAutoFit/>
          </a:bodyPr>
          <a:lstStyle/>
          <a:p>
            <a:pPr marL="12700" marR="5080" algn="just">
              <a:lnSpc>
                <a:spcPct val="92000"/>
              </a:lnSpc>
              <a:spcBef>
                <a:spcPts val="275"/>
              </a:spcBef>
            </a:pPr>
            <a:r>
              <a:rPr sz="1500" dirty="0">
                <a:solidFill>
                  <a:srgbClr val="DFEFFF"/>
                </a:solidFill>
                <a:latin typeface="Times New Roman" panose="02020603050405020304"/>
                <a:cs typeface="Times New Roman" panose="02020603050405020304"/>
              </a:rPr>
              <a:t>Candidates</a:t>
            </a:r>
            <a:r>
              <a:rPr sz="1500" spc="-10" dirty="0">
                <a:solidFill>
                  <a:srgbClr val="DFEFFF"/>
                </a:solidFill>
                <a:latin typeface="Times New Roman" panose="02020603050405020304"/>
                <a:cs typeface="Times New Roman" panose="02020603050405020304"/>
              </a:rPr>
              <a:t> </a:t>
            </a:r>
            <a:r>
              <a:rPr sz="1500" dirty="0">
                <a:solidFill>
                  <a:srgbClr val="DFEFFF"/>
                </a:solidFill>
                <a:latin typeface="Times New Roman" panose="02020603050405020304"/>
                <a:cs typeface="Times New Roman" panose="02020603050405020304"/>
              </a:rPr>
              <a:t>can</a:t>
            </a:r>
            <a:r>
              <a:rPr sz="1500" spc="45" dirty="0">
                <a:solidFill>
                  <a:srgbClr val="DFEFFF"/>
                </a:solidFill>
                <a:latin typeface="Times New Roman" panose="02020603050405020304"/>
                <a:cs typeface="Times New Roman" panose="02020603050405020304"/>
              </a:rPr>
              <a:t> </a:t>
            </a:r>
            <a:r>
              <a:rPr sz="1500" dirty="0">
                <a:solidFill>
                  <a:srgbClr val="DFEFFF"/>
                </a:solidFill>
                <a:latin typeface="Times New Roman" panose="02020603050405020304"/>
                <a:cs typeface="Times New Roman" panose="02020603050405020304"/>
              </a:rPr>
              <a:t>record</a:t>
            </a:r>
            <a:r>
              <a:rPr sz="1500" spc="40" dirty="0">
                <a:solidFill>
                  <a:srgbClr val="DFEFFF"/>
                </a:solidFill>
                <a:latin typeface="Times New Roman" panose="02020603050405020304"/>
                <a:cs typeface="Times New Roman" panose="02020603050405020304"/>
              </a:rPr>
              <a:t> </a:t>
            </a:r>
            <a:r>
              <a:rPr sz="1500" dirty="0">
                <a:solidFill>
                  <a:srgbClr val="DFEFFF"/>
                </a:solidFill>
                <a:latin typeface="Times New Roman" panose="02020603050405020304"/>
                <a:cs typeface="Times New Roman" panose="02020603050405020304"/>
              </a:rPr>
              <a:t>their</a:t>
            </a:r>
            <a:r>
              <a:rPr sz="1500" spc="55" dirty="0">
                <a:solidFill>
                  <a:srgbClr val="DFEFFF"/>
                </a:solidFill>
                <a:latin typeface="Times New Roman" panose="02020603050405020304"/>
                <a:cs typeface="Times New Roman" panose="02020603050405020304"/>
              </a:rPr>
              <a:t> </a:t>
            </a:r>
            <a:r>
              <a:rPr sz="1500" dirty="0">
                <a:solidFill>
                  <a:srgbClr val="DFEFFF"/>
                </a:solidFill>
                <a:latin typeface="Times New Roman" panose="02020603050405020304"/>
                <a:cs typeface="Times New Roman" panose="02020603050405020304"/>
              </a:rPr>
              <a:t>responses</a:t>
            </a:r>
            <a:r>
              <a:rPr sz="1500" spc="10" dirty="0">
                <a:solidFill>
                  <a:srgbClr val="DFEFFF"/>
                </a:solidFill>
                <a:latin typeface="Times New Roman" panose="02020603050405020304"/>
                <a:cs typeface="Times New Roman" panose="02020603050405020304"/>
              </a:rPr>
              <a:t> </a:t>
            </a:r>
            <a:r>
              <a:rPr sz="1500" dirty="0">
                <a:solidFill>
                  <a:srgbClr val="DFEFFF"/>
                </a:solidFill>
                <a:latin typeface="Times New Roman" panose="02020603050405020304"/>
                <a:cs typeface="Times New Roman" panose="02020603050405020304"/>
              </a:rPr>
              <a:t>during</a:t>
            </a:r>
            <a:r>
              <a:rPr sz="1500" spc="25" dirty="0">
                <a:solidFill>
                  <a:srgbClr val="DFEFFF"/>
                </a:solidFill>
                <a:latin typeface="Times New Roman" panose="02020603050405020304"/>
                <a:cs typeface="Times New Roman" panose="02020603050405020304"/>
              </a:rPr>
              <a:t> </a:t>
            </a:r>
            <a:r>
              <a:rPr sz="1500" dirty="0">
                <a:solidFill>
                  <a:srgbClr val="DFEFFF"/>
                </a:solidFill>
                <a:latin typeface="Times New Roman" panose="02020603050405020304"/>
                <a:cs typeface="Times New Roman" panose="02020603050405020304"/>
              </a:rPr>
              <a:t>mock</a:t>
            </a:r>
            <a:r>
              <a:rPr sz="1500" spc="25" dirty="0">
                <a:solidFill>
                  <a:srgbClr val="DFEFFF"/>
                </a:solidFill>
                <a:latin typeface="Times New Roman" panose="02020603050405020304"/>
                <a:cs typeface="Times New Roman" panose="02020603050405020304"/>
              </a:rPr>
              <a:t> </a:t>
            </a:r>
            <a:r>
              <a:rPr sz="1500" dirty="0">
                <a:solidFill>
                  <a:srgbClr val="DFEFFF"/>
                </a:solidFill>
                <a:latin typeface="Times New Roman" panose="02020603050405020304"/>
                <a:cs typeface="Times New Roman" panose="02020603050405020304"/>
              </a:rPr>
              <a:t>interviews.</a:t>
            </a:r>
            <a:r>
              <a:rPr sz="1500" spc="-80" dirty="0">
                <a:solidFill>
                  <a:srgbClr val="DFEFFF"/>
                </a:solidFill>
                <a:latin typeface="Times New Roman" panose="02020603050405020304"/>
                <a:cs typeface="Times New Roman" panose="02020603050405020304"/>
              </a:rPr>
              <a:t> </a:t>
            </a:r>
            <a:r>
              <a:rPr sz="1500" spc="-25" dirty="0">
                <a:solidFill>
                  <a:srgbClr val="DFEFFF"/>
                </a:solidFill>
                <a:latin typeface="Times New Roman" panose="02020603050405020304"/>
                <a:cs typeface="Times New Roman" panose="02020603050405020304"/>
              </a:rPr>
              <a:t>AI </a:t>
            </a:r>
            <a:r>
              <a:rPr sz="1500" dirty="0">
                <a:solidFill>
                  <a:srgbClr val="DFEFFF"/>
                </a:solidFill>
                <a:latin typeface="Times New Roman" panose="02020603050405020304"/>
                <a:cs typeface="Times New Roman" panose="02020603050405020304"/>
              </a:rPr>
              <a:t>analyzes</a:t>
            </a:r>
            <a:r>
              <a:rPr sz="1500" spc="20" dirty="0">
                <a:solidFill>
                  <a:srgbClr val="DFEFFF"/>
                </a:solidFill>
                <a:latin typeface="Times New Roman" panose="02020603050405020304"/>
                <a:cs typeface="Times New Roman" panose="02020603050405020304"/>
              </a:rPr>
              <a:t> </a:t>
            </a:r>
            <a:r>
              <a:rPr sz="1500" dirty="0">
                <a:solidFill>
                  <a:srgbClr val="DFEFFF"/>
                </a:solidFill>
                <a:latin typeface="Times New Roman" panose="02020603050405020304"/>
                <a:cs typeface="Times New Roman" panose="02020603050405020304"/>
              </a:rPr>
              <a:t>the</a:t>
            </a:r>
            <a:r>
              <a:rPr sz="1500" spc="1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videos</a:t>
            </a:r>
            <a:r>
              <a:rPr sz="1600" spc="15" dirty="0">
                <a:solidFill>
                  <a:srgbClr val="DFEFFF"/>
                </a:solidFill>
                <a:latin typeface="Times New Roman" panose="02020603050405020304"/>
                <a:cs typeface="Times New Roman" panose="02020603050405020304"/>
              </a:rPr>
              <a:t> </a:t>
            </a:r>
            <a:r>
              <a:rPr sz="1500" dirty="0">
                <a:solidFill>
                  <a:srgbClr val="DFEFFF"/>
                </a:solidFill>
                <a:latin typeface="Times New Roman" panose="02020603050405020304"/>
                <a:cs typeface="Times New Roman" panose="02020603050405020304"/>
              </a:rPr>
              <a:t>for</a:t>
            </a:r>
            <a:r>
              <a:rPr sz="1500" spc="35" dirty="0">
                <a:solidFill>
                  <a:srgbClr val="DFEFFF"/>
                </a:solidFill>
                <a:latin typeface="Times New Roman" panose="02020603050405020304"/>
                <a:cs typeface="Times New Roman" panose="02020603050405020304"/>
              </a:rPr>
              <a:t> </a:t>
            </a:r>
            <a:r>
              <a:rPr sz="1500" dirty="0">
                <a:solidFill>
                  <a:srgbClr val="DFEFFF"/>
                </a:solidFill>
                <a:latin typeface="Times New Roman" panose="02020603050405020304"/>
                <a:cs typeface="Times New Roman" panose="02020603050405020304"/>
              </a:rPr>
              <a:t>speech</a:t>
            </a:r>
            <a:r>
              <a:rPr sz="1500" spc="5" dirty="0">
                <a:solidFill>
                  <a:srgbClr val="DFEFFF"/>
                </a:solidFill>
                <a:latin typeface="Times New Roman" panose="02020603050405020304"/>
                <a:cs typeface="Times New Roman" panose="02020603050405020304"/>
              </a:rPr>
              <a:t> </a:t>
            </a:r>
            <a:r>
              <a:rPr sz="1500" dirty="0">
                <a:solidFill>
                  <a:srgbClr val="DFEFFF"/>
                </a:solidFill>
                <a:latin typeface="Times New Roman" panose="02020603050405020304"/>
                <a:cs typeface="Times New Roman" panose="02020603050405020304"/>
              </a:rPr>
              <a:t>clarity,</a:t>
            </a:r>
            <a:r>
              <a:rPr sz="1500" spc="60" dirty="0">
                <a:solidFill>
                  <a:srgbClr val="DFEFFF"/>
                </a:solidFill>
                <a:latin typeface="Times New Roman" panose="02020603050405020304"/>
                <a:cs typeface="Times New Roman" panose="02020603050405020304"/>
              </a:rPr>
              <a:t> </a:t>
            </a:r>
            <a:r>
              <a:rPr sz="1500" dirty="0">
                <a:solidFill>
                  <a:srgbClr val="DFEFFF"/>
                </a:solidFill>
                <a:latin typeface="Times New Roman" panose="02020603050405020304"/>
                <a:cs typeface="Times New Roman" panose="02020603050405020304"/>
              </a:rPr>
              <a:t>emotional</a:t>
            </a:r>
            <a:r>
              <a:rPr sz="1500" spc="5" dirty="0">
                <a:solidFill>
                  <a:srgbClr val="DFEFFF"/>
                </a:solidFill>
                <a:latin typeface="Times New Roman" panose="02020603050405020304"/>
                <a:cs typeface="Times New Roman" panose="02020603050405020304"/>
              </a:rPr>
              <a:t> </a:t>
            </a:r>
            <a:r>
              <a:rPr sz="1500" dirty="0">
                <a:solidFill>
                  <a:srgbClr val="DFEFFF"/>
                </a:solidFill>
                <a:latin typeface="Times New Roman" panose="02020603050405020304"/>
                <a:cs typeface="Times New Roman" panose="02020603050405020304"/>
              </a:rPr>
              <a:t>expression,</a:t>
            </a:r>
            <a:r>
              <a:rPr sz="1500" spc="-20" dirty="0">
                <a:solidFill>
                  <a:srgbClr val="DFEFFF"/>
                </a:solidFill>
                <a:latin typeface="Times New Roman" panose="02020603050405020304"/>
                <a:cs typeface="Times New Roman" panose="02020603050405020304"/>
              </a:rPr>
              <a:t> </a:t>
            </a:r>
            <a:r>
              <a:rPr sz="1500" spc="-25" dirty="0">
                <a:solidFill>
                  <a:srgbClr val="DFEFFF"/>
                </a:solidFill>
                <a:latin typeface="Times New Roman" panose="02020603050405020304"/>
                <a:cs typeface="Times New Roman" panose="02020603050405020304"/>
              </a:rPr>
              <a:t>and </a:t>
            </a:r>
            <a:r>
              <a:rPr sz="1500" dirty="0">
                <a:solidFill>
                  <a:srgbClr val="DFEFFF"/>
                </a:solidFill>
                <a:latin typeface="Times New Roman" panose="02020603050405020304"/>
                <a:cs typeface="Times New Roman" panose="02020603050405020304"/>
              </a:rPr>
              <a:t>confidence</a:t>
            </a:r>
            <a:r>
              <a:rPr sz="1500" spc="5" dirty="0">
                <a:solidFill>
                  <a:srgbClr val="DFEFFF"/>
                </a:solidFill>
                <a:latin typeface="Times New Roman" panose="02020603050405020304"/>
                <a:cs typeface="Times New Roman" panose="02020603050405020304"/>
              </a:rPr>
              <a:t> </a:t>
            </a:r>
            <a:r>
              <a:rPr sz="1500" dirty="0">
                <a:solidFill>
                  <a:srgbClr val="DFEFFF"/>
                </a:solidFill>
                <a:latin typeface="Times New Roman" panose="02020603050405020304"/>
                <a:cs typeface="Times New Roman" panose="02020603050405020304"/>
              </a:rPr>
              <a:t>levels,</a:t>
            </a:r>
            <a:r>
              <a:rPr sz="1500" spc="40" dirty="0">
                <a:solidFill>
                  <a:srgbClr val="DFEFFF"/>
                </a:solidFill>
                <a:latin typeface="Times New Roman" panose="02020603050405020304"/>
                <a:cs typeface="Times New Roman" panose="02020603050405020304"/>
              </a:rPr>
              <a:t> </a:t>
            </a:r>
            <a:r>
              <a:rPr sz="1500" dirty="0">
                <a:solidFill>
                  <a:srgbClr val="DFEFFF"/>
                </a:solidFill>
                <a:latin typeface="Times New Roman" panose="02020603050405020304"/>
                <a:cs typeface="Times New Roman" panose="02020603050405020304"/>
              </a:rPr>
              <a:t>providing</a:t>
            </a:r>
            <a:r>
              <a:rPr sz="1500" spc="20" dirty="0">
                <a:solidFill>
                  <a:srgbClr val="DFEFFF"/>
                </a:solidFill>
                <a:latin typeface="Times New Roman" panose="02020603050405020304"/>
                <a:cs typeface="Times New Roman" panose="02020603050405020304"/>
              </a:rPr>
              <a:t> </a:t>
            </a:r>
            <a:r>
              <a:rPr sz="1500" dirty="0">
                <a:solidFill>
                  <a:srgbClr val="DFEFFF"/>
                </a:solidFill>
                <a:latin typeface="Times New Roman" panose="02020603050405020304"/>
                <a:cs typeface="Times New Roman" panose="02020603050405020304"/>
              </a:rPr>
              <a:t>insights</a:t>
            </a:r>
            <a:r>
              <a:rPr sz="1500" spc="35" dirty="0">
                <a:solidFill>
                  <a:srgbClr val="DFEFFF"/>
                </a:solidFill>
                <a:latin typeface="Times New Roman" panose="02020603050405020304"/>
                <a:cs typeface="Times New Roman" panose="02020603050405020304"/>
              </a:rPr>
              <a:t> </a:t>
            </a:r>
            <a:r>
              <a:rPr sz="1500" dirty="0">
                <a:solidFill>
                  <a:srgbClr val="DFEFFF"/>
                </a:solidFill>
                <a:latin typeface="Times New Roman" panose="02020603050405020304"/>
                <a:cs typeface="Times New Roman" panose="02020603050405020304"/>
              </a:rPr>
              <a:t>that</a:t>
            </a:r>
            <a:r>
              <a:rPr sz="1500" spc="40" dirty="0">
                <a:solidFill>
                  <a:srgbClr val="DFEFFF"/>
                </a:solidFill>
                <a:latin typeface="Times New Roman" panose="02020603050405020304"/>
                <a:cs typeface="Times New Roman" panose="02020603050405020304"/>
              </a:rPr>
              <a:t> </a:t>
            </a:r>
            <a:r>
              <a:rPr sz="1500" dirty="0">
                <a:solidFill>
                  <a:srgbClr val="DFEFFF"/>
                </a:solidFill>
                <a:latin typeface="Times New Roman" panose="02020603050405020304"/>
                <a:cs typeface="Times New Roman" panose="02020603050405020304"/>
              </a:rPr>
              <a:t>help</a:t>
            </a:r>
            <a:r>
              <a:rPr sz="1500" spc="35" dirty="0">
                <a:solidFill>
                  <a:srgbClr val="DFEFFF"/>
                </a:solidFill>
                <a:latin typeface="Times New Roman" panose="02020603050405020304"/>
                <a:cs typeface="Times New Roman" panose="02020603050405020304"/>
              </a:rPr>
              <a:t> </a:t>
            </a:r>
            <a:r>
              <a:rPr sz="1500" dirty="0">
                <a:solidFill>
                  <a:srgbClr val="DFEFFF"/>
                </a:solidFill>
                <a:latin typeface="Times New Roman" panose="02020603050405020304"/>
                <a:cs typeface="Times New Roman" panose="02020603050405020304"/>
              </a:rPr>
              <a:t>candidates</a:t>
            </a:r>
            <a:r>
              <a:rPr sz="1500" spc="25" dirty="0">
                <a:solidFill>
                  <a:srgbClr val="DFEFFF"/>
                </a:solidFill>
                <a:latin typeface="Times New Roman" panose="02020603050405020304"/>
                <a:cs typeface="Times New Roman" panose="02020603050405020304"/>
              </a:rPr>
              <a:t> </a:t>
            </a:r>
            <a:r>
              <a:rPr sz="1500" spc="-10" dirty="0">
                <a:solidFill>
                  <a:srgbClr val="DFEFFF"/>
                </a:solidFill>
                <a:latin typeface="Times New Roman" panose="02020603050405020304"/>
                <a:cs typeface="Times New Roman" panose="02020603050405020304"/>
              </a:rPr>
              <a:t>improve </a:t>
            </a:r>
            <a:r>
              <a:rPr sz="1500" dirty="0">
                <a:solidFill>
                  <a:srgbClr val="DFEFFF"/>
                </a:solidFill>
                <a:latin typeface="Times New Roman" panose="02020603050405020304"/>
                <a:cs typeface="Times New Roman" panose="02020603050405020304"/>
              </a:rPr>
              <a:t>their</a:t>
            </a:r>
            <a:r>
              <a:rPr sz="1500" spc="45" dirty="0">
                <a:solidFill>
                  <a:srgbClr val="DFEFFF"/>
                </a:solidFill>
                <a:latin typeface="Times New Roman" panose="02020603050405020304"/>
                <a:cs typeface="Times New Roman" panose="02020603050405020304"/>
              </a:rPr>
              <a:t> </a:t>
            </a:r>
            <a:r>
              <a:rPr sz="1500" dirty="0">
                <a:solidFill>
                  <a:srgbClr val="DFEFFF"/>
                </a:solidFill>
                <a:latin typeface="Times New Roman" panose="02020603050405020304"/>
                <a:cs typeface="Times New Roman" panose="02020603050405020304"/>
              </a:rPr>
              <a:t>verbal</a:t>
            </a:r>
            <a:r>
              <a:rPr sz="1500" spc="30" dirty="0">
                <a:solidFill>
                  <a:srgbClr val="DFEFFF"/>
                </a:solidFill>
                <a:latin typeface="Times New Roman" panose="02020603050405020304"/>
                <a:cs typeface="Times New Roman" panose="02020603050405020304"/>
              </a:rPr>
              <a:t> </a:t>
            </a:r>
            <a:r>
              <a:rPr sz="1500" dirty="0">
                <a:solidFill>
                  <a:srgbClr val="DFEFFF"/>
                </a:solidFill>
                <a:latin typeface="Times New Roman" panose="02020603050405020304"/>
                <a:cs typeface="Times New Roman" panose="02020603050405020304"/>
              </a:rPr>
              <a:t>communication</a:t>
            </a:r>
            <a:r>
              <a:rPr sz="1500" spc="35" dirty="0">
                <a:solidFill>
                  <a:srgbClr val="DFEFFF"/>
                </a:solidFill>
                <a:latin typeface="Times New Roman" panose="02020603050405020304"/>
                <a:cs typeface="Times New Roman" panose="02020603050405020304"/>
              </a:rPr>
              <a:t> </a:t>
            </a:r>
            <a:r>
              <a:rPr sz="1500" dirty="0">
                <a:solidFill>
                  <a:srgbClr val="DFEFFF"/>
                </a:solidFill>
                <a:latin typeface="Times New Roman" panose="02020603050405020304"/>
                <a:cs typeface="Times New Roman" panose="02020603050405020304"/>
              </a:rPr>
              <a:t>and</a:t>
            </a:r>
            <a:r>
              <a:rPr sz="1500" spc="35" dirty="0">
                <a:solidFill>
                  <a:srgbClr val="DFEFFF"/>
                </a:solidFill>
                <a:latin typeface="Times New Roman" panose="02020603050405020304"/>
                <a:cs typeface="Times New Roman" panose="02020603050405020304"/>
              </a:rPr>
              <a:t> </a:t>
            </a:r>
            <a:r>
              <a:rPr sz="1500" dirty="0">
                <a:solidFill>
                  <a:srgbClr val="DFEFFF"/>
                </a:solidFill>
                <a:latin typeface="Times New Roman" panose="02020603050405020304"/>
                <a:cs typeface="Times New Roman" panose="02020603050405020304"/>
              </a:rPr>
              <a:t>body</a:t>
            </a:r>
            <a:r>
              <a:rPr sz="1500" spc="20" dirty="0">
                <a:solidFill>
                  <a:srgbClr val="DFEFFF"/>
                </a:solidFill>
                <a:latin typeface="Times New Roman" panose="02020603050405020304"/>
                <a:cs typeface="Times New Roman" panose="02020603050405020304"/>
              </a:rPr>
              <a:t> </a:t>
            </a:r>
            <a:r>
              <a:rPr sz="1500" spc="-10" dirty="0">
                <a:solidFill>
                  <a:srgbClr val="DFEFFF"/>
                </a:solidFill>
                <a:latin typeface="Times New Roman" panose="02020603050405020304"/>
                <a:cs typeface="Times New Roman" panose="02020603050405020304"/>
              </a:rPr>
              <a:t>language.</a:t>
            </a:r>
            <a:endParaRPr sz="1500">
              <a:latin typeface="Times New Roman" panose="02020603050405020304"/>
              <a:cs typeface="Times New Roman" panose="02020603050405020304"/>
            </a:endParaRPr>
          </a:p>
        </p:txBody>
      </p:sp>
      <p:pic>
        <p:nvPicPr>
          <p:cNvPr id="4" name="object 4"/>
          <p:cNvPicPr/>
          <p:nvPr/>
        </p:nvPicPr>
        <p:blipFill>
          <a:blip r:embed="rId1" cstate="print"/>
          <a:stretch>
            <a:fillRect/>
          </a:stretch>
        </p:blipFill>
        <p:spPr>
          <a:xfrm>
            <a:off x="6761988" y="772668"/>
            <a:ext cx="3930396" cy="6013703"/>
          </a:xfrm>
          <a:prstGeom prst="rect">
            <a:avLst/>
          </a:prstGeom>
        </p:spPr>
      </p:pic>
      <p:sp>
        <p:nvSpPr>
          <p:cNvPr id="5" name="object 5"/>
          <p:cNvSpPr txBox="1"/>
          <p:nvPr/>
        </p:nvSpPr>
        <p:spPr>
          <a:xfrm>
            <a:off x="465786" y="3183151"/>
            <a:ext cx="5965825" cy="1242060"/>
          </a:xfrm>
          <a:prstGeom prst="rect">
            <a:avLst/>
          </a:prstGeom>
        </p:spPr>
        <p:txBody>
          <a:bodyPr vert="horz" wrap="square" lIns="0" tIns="11430" rIns="0" bIns="0" rtlCol="0">
            <a:spAutoFit/>
          </a:bodyPr>
          <a:lstStyle/>
          <a:p>
            <a:pPr marL="12700">
              <a:lnSpc>
                <a:spcPct val="100000"/>
              </a:lnSpc>
              <a:spcBef>
                <a:spcPts val="90"/>
              </a:spcBef>
            </a:pPr>
            <a:r>
              <a:rPr sz="2350" b="1" spc="-25" dirty="0">
                <a:solidFill>
                  <a:srgbClr val="FFFFFF"/>
                </a:solidFill>
                <a:latin typeface="Times New Roman" panose="02020603050405020304"/>
                <a:cs typeface="Times New Roman" panose="02020603050405020304"/>
              </a:rPr>
              <a:t>Technical</a:t>
            </a:r>
            <a:r>
              <a:rPr sz="2350" b="1" spc="-114" dirty="0">
                <a:solidFill>
                  <a:srgbClr val="FFFFFF"/>
                </a:solidFill>
                <a:latin typeface="Times New Roman" panose="02020603050405020304"/>
                <a:cs typeface="Times New Roman" panose="02020603050405020304"/>
              </a:rPr>
              <a:t> </a:t>
            </a:r>
            <a:r>
              <a:rPr sz="2350" b="1" dirty="0">
                <a:solidFill>
                  <a:srgbClr val="FFFFFF"/>
                </a:solidFill>
                <a:latin typeface="Times New Roman" panose="02020603050405020304"/>
                <a:cs typeface="Times New Roman" panose="02020603050405020304"/>
              </a:rPr>
              <a:t>correctness</a:t>
            </a:r>
            <a:r>
              <a:rPr sz="2350" b="1" spc="-110" dirty="0">
                <a:solidFill>
                  <a:srgbClr val="FFFFFF"/>
                </a:solidFill>
                <a:latin typeface="Times New Roman" panose="02020603050405020304"/>
                <a:cs typeface="Times New Roman" panose="02020603050405020304"/>
              </a:rPr>
              <a:t> </a:t>
            </a:r>
            <a:r>
              <a:rPr sz="2350" b="1" spc="-10" dirty="0">
                <a:solidFill>
                  <a:srgbClr val="FFFFFF"/>
                </a:solidFill>
                <a:latin typeface="Times New Roman" panose="02020603050405020304"/>
                <a:cs typeface="Times New Roman" panose="02020603050405020304"/>
              </a:rPr>
              <a:t>assessment:</a:t>
            </a:r>
            <a:endParaRPr sz="2350">
              <a:latin typeface="Times New Roman" panose="02020603050405020304"/>
              <a:cs typeface="Times New Roman" panose="02020603050405020304"/>
            </a:endParaRPr>
          </a:p>
          <a:p>
            <a:pPr>
              <a:lnSpc>
                <a:spcPct val="100000"/>
              </a:lnSpc>
              <a:spcBef>
                <a:spcPts val="120"/>
              </a:spcBef>
            </a:pPr>
            <a:endParaRPr sz="2350">
              <a:latin typeface="Times New Roman" panose="02020603050405020304"/>
              <a:cs typeface="Times New Roman" panose="02020603050405020304"/>
            </a:endParaRPr>
          </a:p>
          <a:p>
            <a:pPr marL="12700" marR="5080">
              <a:lnSpc>
                <a:spcPct val="102000"/>
              </a:lnSpc>
            </a:pPr>
            <a:r>
              <a:rPr sz="1600" dirty="0">
                <a:solidFill>
                  <a:srgbClr val="FFFFFF"/>
                </a:solidFill>
                <a:latin typeface="Times New Roman" panose="02020603050405020304"/>
                <a:cs typeface="Times New Roman" panose="02020603050405020304"/>
              </a:rPr>
              <a:t>AI</a:t>
            </a:r>
            <a:r>
              <a:rPr sz="1600" spc="40"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algorithms</a:t>
            </a:r>
            <a:r>
              <a:rPr sz="1600" spc="90"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assess</a:t>
            </a:r>
            <a:r>
              <a:rPr sz="1600" spc="9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the</a:t>
            </a:r>
            <a:r>
              <a:rPr sz="1600" spc="50"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accuracy</a:t>
            </a:r>
            <a:r>
              <a:rPr sz="1600" spc="9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and</a:t>
            </a:r>
            <a:r>
              <a:rPr sz="1600" spc="5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relevance</a:t>
            </a:r>
            <a:r>
              <a:rPr sz="1600" spc="10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of</a:t>
            </a:r>
            <a:r>
              <a:rPr sz="1600" spc="3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candidates'</a:t>
            </a:r>
            <a:r>
              <a:rPr sz="1600" spc="95" dirty="0">
                <a:solidFill>
                  <a:srgbClr val="FFFFFF"/>
                </a:solidFill>
                <a:latin typeface="Times New Roman" panose="02020603050405020304"/>
                <a:cs typeface="Times New Roman" panose="02020603050405020304"/>
              </a:rPr>
              <a:t> </a:t>
            </a:r>
            <a:r>
              <a:rPr sz="1600" spc="-10" dirty="0">
                <a:solidFill>
                  <a:srgbClr val="FFFFFF"/>
                </a:solidFill>
                <a:latin typeface="Times New Roman" panose="02020603050405020304"/>
                <a:cs typeface="Times New Roman" panose="02020603050405020304"/>
              </a:rPr>
              <a:t>answers </a:t>
            </a:r>
            <a:r>
              <a:rPr sz="1600" dirty="0">
                <a:solidFill>
                  <a:srgbClr val="FFFFFF"/>
                </a:solidFill>
                <a:latin typeface="Times New Roman" panose="02020603050405020304"/>
                <a:cs typeface="Times New Roman" panose="02020603050405020304"/>
              </a:rPr>
              <a:t>to</a:t>
            </a:r>
            <a:r>
              <a:rPr sz="1600" spc="30"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technical</a:t>
            </a:r>
            <a:r>
              <a:rPr sz="1600" spc="9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questions,</a:t>
            </a:r>
            <a:r>
              <a:rPr sz="1600" spc="70"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ensuring</a:t>
            </a:r>
            <a:r>
              <a:rPr sz="1600" spc="7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a</a:t>
            </a:r>
            <a:r>
              <a:rPr sz="1600" spc="60"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factual</a:t>
            </a:r>
            <a:r>
              <a:rPr sz="1600" spc="5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basis</a:t>
            </a:r>
            <a:r>
              <a:rPr sz="1600" spc="85" dirty="0">
                <a:solidFill>
                  <a:srgbClr val="FFFFFF"/>
                </a:solidFill>
                <a:latin typeface="Times New Roman" panose="02020603050405020304"/>
                <a:cs typeface="Times New Roman" panose="02020603050405020304"/>
              </a:rPr>
              <a:t> </a:t>
            </a:r>
            <a:r>
              <a:rPr sz="1600" dirty="0">
                <a:solidFill>
                  <a:srgbClr val="FFFFFF"/>
                </a:solidFill>
                <a:latin typeface="Times New Roman" panose="02020603050405020304"/>
                <a:cs typeface="Times New Roman" panose="02020603050405020304"/>
              </a:rPr>
              <a:t>for</a:t>
            </a:r>
            <a:r>
              <a:rPr sz="1600" spc="30" dirty="0">
                <a:solidFill>
                  <a:srgbClr val="FFFFFF"/>
                </a:solidFill>
                <a:latin typeface="Times New Roman" panose="02020603050405020304"/>
                <a:cs typeface="Times New Roman" panose="02020603050405020304"/>
              </a:rPr>
              <a:t> </a:t>
            </a:r>
            <a:r>
              <a:rPr sz="1600" spc="-10" dirty="0">
                <a:solidFill>
                  <a:srgbClr val="FFFFFF"/>
                </a:solidFill>
                <a:latin typeface="Times New Roman" panose="02020603050405020304"/>
                <a:cs typeface="Times New Roman" panose="02020603050405020304"/>
              </a:rPr>
              <a:t>evaluations.</a:t>
            </a:r>
            <a:endParaRPr sz="1600">
              <a:latin typeface="Times New Roman" panose="02020603050405020304"/>
              <a:cs typeface="Times New Roman" panose="020206030504050203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6912864" y="772668"/>
            <a:ext cx="3779519" cy="6013703"/>
          </a:xfrm>
          <a:prstGeom prst="rect">
            <a:avLst/>
          </a:prstGeom>
        </p:spPr>
      </p:pic>
      <p:sp>
        <p:nvSpPr>
          <p:cNvPr id="3" name="object 3"/>
          <p:cNvSpPr txBox="1"/>
          <p:nvPr/>
        </p:nvSpPr>
        <p:spPr>
          <a:xfrm>
            <a:off x="304322" y="1423262"/>
            <a:ext cx="5975350" cy="4887595"/>
          </a:xfrm>
          <a:prstGeom prst="rect">
            <a:avLst/>
          </a:prstGeom>
        </p:spPr>
        <p:txBody>
          <a:bodyPr vert="horz" wrap="square" lIns="0" tIns="196850" rIns="0" bIns="0" rtlCol="0">
            <a:spAutoFit/>
          </a:bodyPr>
          <a:lstStyle/>
          <a:p>
            <a:pPr marL="26035">
              <a:lnSpc>
                <a:spcPct val="100000"/>
              </a:lnSpc>
              <a:spcBef>
                <a:spcPts val="1550"/>
              </a:spcBef>
            </a:pPr>
            <a:r>
              <a:rPr sz="2350" b="1" spc="-10" dirty="0">
                <a:solidFill>
                  <a:srgbClr val="FFFFFF"/>
                </a:solidFill>
                <a:latin typeface="Times New Roman" panose="02020603050405020304"/>
                <a:cs typeface="Times New Roman" panose="02020603050405020304"/>
              </a:rPr>
              <a:t>Automated</a:t>
            </a:r>
            <a:r>
              <a:rPr sz="2350" b="1" spc="-100" dirty="0">
                <a:solidFill>
                  <a:srgbClr val="FFFFFF"/>
                </a:solidFill>
                <a:latin typeface="Times New Roman" panose="02020603050405020304"/>
                <a:cs typeface="Times New Roman" panose="02020603050405020304"/>
              </a:rPr>
              <a:t> </a:t>
            </a:r>
            <a:r>
              <a:rPr sz="2350" b="1" dirty="0">
                <a:solidFill>
                  <a:srgbClr val="FFFFFF"/>
                </a:solidFill>
                <a:latin typeface="Times New Roman" panose="02020603050405020304"/>
                <a:cs typeface="Times New Roman" panose="02020603050405020304"/>
              </a:rPr>
              <a:t>report</a:t>
            </a:r>
            <a:r>
              <a:rPr sz="2350" b="1" spc="-85" dirty="0">
                <a:solidFill>
                  <a:srgbClr val="FFFFFF"/>
                </a:solidFill>
                <a:latin typeface="Times New Roman" panose="02020603050405020304"/>
                <a:cs typeface="Times New Roman" panose="02020603050405020304"/>
              </a:rPr>
              <a:t> </a:t>
            </a:r>
            <a:r>
              <a:rPr sz="2350" b="1" spc="-10" dirty="0">
                <a:solidFill>
                  <a:srgbClr val="FFFFFF"/>
                </a:solidFill>
                <a:latin typeface="Times New Roman" panose="02020603050405020304"/>
                <a:cs typeface="Times New Roman" panose="02020603050405020304"/>
              </a:rPr>
              <a:t>generation</a:t>
            </a:r>
            <a:endParaRPr sz="2350">
              <a:latin typeface="Times New Roman" panose="02020603050405020304"/>
              <a:cs typeface="Times New Roman" panose="02020603050405020304"/>
            </a:endParaRPr>
          </a:p>
          <a:p>
            <a:pPr marL="169545" marR="409575">
              <a:lnSpc>
                <a:spcPct val="102000"/>
              </a:lnSpc>
              <a:spcBef>
                <a:spcPts val="1005"/>
              </a:spcBef>
            </a:pPr>
            <a:r>
              <a:rPr sz="1600" dirty="0">
                <a:solidFill>
                  <a:srgbClr val="DFEFFF"/>
                </a:solidFill>
                <a:latin typeface="Times New Roman" panose="02020603050405020304"/>
                <a:cs typeface="Times New Roman" panose="02020603050405020304"/>
              </a:rPr>
              <a:t>Following</a:t>
            </a:r>
            <a:r>
              <a:rPr sz="1600" spc="2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the</a:t>
            </a:r>
            <a:r>
              <a:rPr sz="1600" spc="2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mock</a:t>
            </a:r>
            <a:r>
              <a:rPr sz="1600" spc="8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interview,</a:t>
            </a:r>
            <a:r>
              <a:rPr sz="1600" spc="4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an</a:t>
            </a:r>
            <a:r>
              <a:rPr sz="1600" spc="4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automated</a:t>
            </a:r>
            <a:r>
              <a:rPr sz="1600" spc="9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report</a:t>
            </a:r>
            <a:r>
              <a:rPr sz="1600" spc="4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is</a:t>
            </a:r>
            <a:r>
              <a:rPr sz="1600" spc="25" dirty="0">
                <a:solidFill>
                  <a:srgbClr val="DFEFFF"/>
                </a:solidFill>
                <a:latin typeface="Times New Roman" panose="02020603050405020304"/>
                <a:cs typeface="Times New Roman" panose="02020603050405020304"/>
              </a:rPr>
              <a:t> </a:t>
            </a:r>
            <a:r>
              <a:rPr sz="1600" spc="-10" dirty="0">
                <a:solidFill>
                  <a:srgbClr val="DFEFFF"/>
                </a:solidFill>
                <a:latin typeface="Times New Roman" panose="02020603050405020304"/>
                <a:cs typeface="Times New Roman" panose="02020603050405020304"/>
              </a:rPr>
              <a:t>generated </a:t>
            </a:r>
            <a:r>
              <a:rPr sz="1600" dirty="0">
                <a:solidFill>
                  <a:srgbClr val="DFEFFF"/>
                </a:solidFill>
                <a:latin typeface="Times New Roman" panose="02020603050405020304"/>
                <a:cs typeface="Times New Roman" panose="02020603050405020304"/>
              </a:rPr>
              <a:t>summarizing</a:t>
            </a:r>
            <a:r>
              <a:rPr sz="1600" spc="11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the</a:t>
            </a:r>
            <a:r>
              <a:rPr sz="1600" spc="5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candidate's</a:t>
            </a:r>
            <a:r>
              <a:rPr sz="1600" spc="8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performance.</a:t>
            </a:r>
            <a:r>
              <a:rPr sz="1600" spc="9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This</a:t>
            </a:r>
            <a:r>
              <a:rPr sz="1600" spc="4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report</a:t>
            </a:r>
            <a:r>
              <a:rPr sz="1600" spc="6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provides</a:t>
            </a:r>
            <a:r>
              <a:rPr sz="1600" spc="65" dirty="0">
                <a:solidFill>
                  <a:srgbClr val="DFEFFF"/>
                </a:solidFill>
                <a:latin typeface="Times New Roman" panose="02020603050405020304"/>
                <a:cs typeface="Times New Roman" panose="02020603050405020304"/>
              </a:rPr>
              <a:t> </a:t>
            </a:r>
            <a:r>
              <a:rPr sz="1600" spc="-50" dirty="0">
                <a:solidFill>
                  <a:srgbClr val="DFEFFF"/>
                </a:solidFill>
                <a:latin typeface="Times New Roman" panose="02020603050405020304"/>
                <a:cs typeface="Times New Roman" panose="02020603050405020304"/>
              </a:rPr>
              <a:t>a </a:t>
            </a:r>
            <a:r>
              <a:rPr sz="1600" dirty="0">
                <a:solidFill>
                  <a:srgbClr val="DFEFFF"/>
                </a:solidFill>
                <a:latin typeface="Times New Roman" panose="02020603050405020304"/>
                <a:cs typeface="Times New Roman" panose="02020603050405020304"/>
              </a:rPr>
              <a:t>structured</a:t>
            </a:r>
            <a:r>
              <a:rPr sz="1600" spc="6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overview,</a:t>
            </a:r>
            <a:r>
              <a:rPr sz="1600" spc="8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highlighting</a:t>
            </a:r>
            <a:r>
              <a:rPr sz="1600" spc="30"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key</a:t>
            </a:r>
            <a:r>
              <a:rPr sz="1600" spc="2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metrics</a:t>
            </a:r>
            <a:r>
              <a:rPr sz="1600" spc="95" dirty="0">
                <a:solidFill>
                  <a:srgbClr val="DFEFFF"/>
                </a:solidFill>
                <a:latin typeface="Times New Roman" panose="02020603050405020304"/>
                <a:cs typeface="Times New Roman" panose="02020603050405020304"/>
              </a:rPr>
              <a:t> </a:t>
            </a:r>
            <a:r>
              <a:rPr sz="1600" dirty="0">
                <a:solidFill>
                  <a:srgbClr val="DFEFFF"/>
                </a:solidFill>
                <a:latin typeface="Times New Roman" panose="02020603050405020304"/>
                <a:cs typeface="Times New Roman" panose="02020603050405020304"/>
              </a:rPr>
              <a:t>and</a:t>
            </a:r>
            <a:r>
              <a:rPr sz="1600" spc="45" dirty="0">
                <a:solidFill>
                  <a:srgbClr val="DFEFFF"/>
                </a:solidFill>
                <a:latin typeface="Times New Roman" panose="02020603050405020304"/>
                <a:cs typeface="Times New Roman" panose="02020603050405020304"/>
              </a:rPr>
              <a:t> </a:t>
            </a:r>
            <a:r>
              <a:rPr sz="1600" spc="-10" dirty="0">
                <a:solidFill>
                  <a:srgbClr val="DFEFFF"/>
                </a:solidFill>
                <a:latin typeface="Times New Roman" panose="02020603050405020304"/>
                <a:cs typeface="Times New Roman" panose="02020603050405020304"/>
              </a:rPr>
              <a:t>personalized feedback.</a:t>
            </a:r>
            <a:endParaRPr sz="1600">
              <a:latin typeface="Times New Roman" panose="02020603050405020304"/>
              <a:cs typeface="Times New Roman" panose="02020603050405020304"/>
            </a:endParaRPr>
          </a:p>
          <a:p>
            <a:pPr>
              <a:lnSpc>
                <a:spcPct val="100000"/>
              </a:lnSpc>
              <a:spcBef>
                <a:spcPts val="435"/>
              </a:spcBef>
            </a:pPr>
            <a:endParaRPr sz="1600">
              <a:latin typeface="Times New Roman" panose="02020603050405020304"/>
              <a:cs typeface="Times New Roman" panose="02020603050405020304"/>
            </a:endParaRPr>
          </a:p>
          <a:p>
            <a:pPr marL="12700">
              <a:lnSpc>
                <a:spcPct val="100000"/>
              </a:lnSpc>
            </a:pPr>
            <a:r>
              <a:rPr sz="2900" b="1" dirty="0">
                <a:solidFill>
                  <a:srgbClr val="DFEFFF"/>
                </a:solidFill>
                <a:latin typeface="Times New Roman" panose="02020603050405020304"/>
                <a:cs typeface="Times New Roman" panose="02020603050405020304"/>
              </a:rPr>
              <a:t>Strengths</a:t>
            </a:r>
            <a:r>
              <a:rPr sz="2900" b="1" spc="-25" dirty="0">
                <a:solidFill>
                  <a:srgbClr val="DFEFFF"/>
                </a:solidFill>
                <a:latin typeface="Times New Roman" panose="02020603050405020304"/>
                <a:cs typeface="Times New Roman" panose="02020603050405020304"/>
              </a:rPr>
              <a:t> </a:t>
            </a:r>
            <a:r>
              <a:rPr sz="2900" b="1" dirty="0">
                <a:solidFill>
                  <a:srgbClr val="DFEFFF"/>
                </a:solidFill>
                <a:latin typeface="Times New Roman" panose="02020603050405020304"/>
                <a:cs typeface="Times New Roman" panose="02020603050405020304"/>
              </a:rPr>
              <a:t>and</a:t>
            </a:r>
            <a:r>
              <a:rPr sz="2900" b="1" spc="-20" dirty="0">
                <a:solidFill>
                  <a:srgbClr val="DFEFFF"/>
                </a:solidFill>
                <a:latin typeface="Times New Roman" panose="02020603050405020304"/>
                <a:cs typeface="Times New Roman" panose="02020603050405020304"/>
              </a:rPr>
              <a:t> </a:t>
            </a:r>
            <a:r>
              <a:rPr sz="2900" b="1" dirty="0">
                <a:solidFill>
                  <a:srgbClr val="DFEFFF"/>
                </a:solidFill>
                <a:latin typeface="Times New Roman" panose="02020603050405020304"/>
                <a:cs typeface="Times New Roman" panose="02020603050405020304"/>
              </a:rPr>
              <a:t>weaknesses</a:t>
            </a:r>
            <a:r>
              <a:rPr sz="2900" b="1" spc="-25" dirty="0">
                <a:solidFill>
                  <a:srgbClr val="DFEFFF"/>
                </a:solidFill>
                <a:latin typeface="Times New Roman" panose="02020603050405020304"/>
                <a:cs typeface="Times New Roman" panose="02020603050405020304"/>
              </a:rPr>
              <a:t> </a:t>
            </a:r>
            <a:r>
              <a:rPr sz="2900" b="1" spc="-10" dirty="0">
                <a:solidFill>
                  <a:srgbClr val="DFEFFF"/>
                </a:solidFill>
                <a:latin typeface="Times New Roman" panose="02020603050405020304"/>
                <a:cs typeface="Times New Roman" panose="02020603050405020304"/>
              </a:rPr>
              <a:t>summary</a:t>
            </a:r>
            <a:endParaRPr sz="2900">
              <a:latin typeface="Times New Roman" panose="02020603050405020304"/>
              <a:cs typeface="Times New Roman" panose="02020603050405020304"/>
            </a:endParaRPr>
          </a:p>
          <a:p>
            <a:pPr marL="172085" marR="50165">
              <a:lnSpc>
                <a:spcPct val="100000"/>
              </a:lnSpc>
              <a:spcBef>
                <a:spcPts val="1210"/>
              </a:spcBef>
            </a:pPr>
            <a:r>
              <a:rPr sz="1400" dirty="0">
                <a:solidFill>
                  <a:srgbClr val="DFEFFF"/>
                </a:solidFill>
                <a:latin typeface="Times New Roman" panose="02020603050405020304"/>
                <a:cs typeface="Times New Roman" panose="02020603050405020304"/>
              </a:rPr>
              <a:t>The</a:t>
            </a:r>
            <a:r>
              <a:rPr sz="1400" spc="-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report</a:t>
            </a:r>
            <a:r>
              <a:rPr sz="1400" spc="-1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details</a:t>
            </a:r>
            <a:r>
              <a:rPr sz="1400" spc="-2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the</a:t>
            </a:r>
            <a:r>
              <a:rPr sz="1400" spc="-1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candidate's</a:t>
            </a:r>
            <a:r>
              <a:rPr sz="1400" spc="-4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strengths,</a:t>
            </a:r>
            <a:r>
              <a:rPr sz="1400" spc="-5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such</a:t>
            </a:r>
            <a:r>
              <a:rPr sz="1400" spc="-3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as</a:t>
            </a:r>
            <a:r>
              <a:rPr sz="1400" spc="-1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high</a:t>
            </a:r>
            <a:r>
              <a:rPr sz="1400" spc="-3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performance</a:t>
            </a:r>
            <a:r>
              <a:rPr sz="1400" spc="-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in</a:t>
            </a:r>
            <a:r>
              <a:rPr sz="1400" spc="10" dirty="0">
                <a:solidFill>
                  <a:srgbClr val="DFEFFF"/>
                </a:solidFill>
                <a:latin typeface="Times New Roman" panose="02020603050405020304"/>
                <a:cs typeface="Times New Roman" panose="02020603050405020304"/>
              </a:rPr>
              <a:t> </a:t>
            </a:r>
            <a:r>
              <a:rPr sz="1400" spc="-10" dirty="0">
                <a:solidFill>
                  <a:srgbClr val="DFEFFF"/>
                </a:solidFill>
                <a:latin typeface="Times New Roman" panose="02020603050405020304"/>
                <a:cs typeface="Times New Roman" panose="02020603050405020304"/>
              </a:rPr>
              <a:t>specific </a:t>
            </a:r>
            <a:r>
              <a:rPr sz="1400" dirty="0">
                <a:solidFill>
                  <a:srgbClr val="DFEFFF"/>
                </a:solidFill>
                <a:latin typeface="Times New Roman" panose="02020603050405020304"/>
                <a:cs typeface="Times New Roman" panose="02020603050405020304"/>
              </a:rPr>
              <a:t>question</a:t>
            </a:r>
            <a:r>
              <a:rPr sz="1400" spc="-4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types,</a:t>
            </a:r>
            <a:r>
              <a:rPr sz="1400" spc="-1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as</a:t>
            </a:r>
            <a:r>
              <a:rPr sz="1400" spc="-2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well</a:t>
            </a:r>
            <a:r>
              <a:rPr sz="1400" spc="-1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as</a:t>
            </a:r>
            <a:r>
              <a:rPr sz="1400" spc="-1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weaknesses</a:t>
            </a:r>
            <a:r>
              <a:rPr sz="1400" spc="-4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that</a:t>
            </a:r>
            <a:r>
              <a:rPr sz="1400" spc="-1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require</a:t>
            </a:r>
            <a:r>
              <a:rPr sz="1400" spc="-1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attention,</a:t>
            </a:r>
            <a:r>
              <a:rPr sz="1400" spc="-4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enabling</a:t>
            </a:r>
            <a:r>
              <a:rPr sz="1400" spc="-25" dirty="0">
                <a:solidFill>
                  <a:srgbClr val="DFEFFF"/>
                </a:solidFill>
                <a:latin typeface="Times New Roman" panose="02020603050405020304"/>
                <a:cs typeface="Times New Roman" panose="02020603050405020304"/>
              </a:rPr>
              <a:t> </a:t>
            </a:r>
            <a:r>
              <a:rPr sz="1400" spc="-10" dirty="0">
                <a:solidFill>
                  <a:srgbClr val="DFEFFF"/>
                </a:solidFill>
                <a:latin typeface="Times New Roman" panose="02020603050405020304"/>
                <a:cs typeface="Times New Roman" panose="02020603050405020304"/>
              </a:rPr>
              <a:t>targeted </a:t>
            </a:r>
            <a:r>
              <a:rPr sz="1400" dirty="0">
                <a:solidFill>
                  <a:srgbClr val="DFEFFF"/>
                </a:solidFill>
                <a:latin typeface="Times New Roman" panose="02020603050405020304"/>
                <a:cs typeface="Times New Roman" panose="02020603050405020304"/>
              </a:rPr>
              <a:t>improvement</a:t>
            </a:r>
            <a:r>
              <a:rPr sz="1400" spc="-5" dirty="0">
                <a:solidFill>
                  <a:srgbClr val="DFEFFF"/>
                </a:solidFill>
                <a:latin typeface="Times New Roman" panose="02020603050405020304"/>
                <a:cs typeface="Times New Roman" panose="02020603050405020304"/>
              </a:rPr>
              <a:t> </a:t>
            </a:r>
            <a:r>
              <a:rPr sz="1400" spc="-10" dirty="0">
                <a:solidFill>
                  <a:srgbClr val="DFEFFF"/>
                </a:solidFill>
                <a:latin typeface="Times New Roman" panose="02020603050405020304"/>
                <a:cs typeface="Times New Roman" panose="02020603050405020304"/>
              </a:rPr>
              <a:t>strategies.</a:t>
            </a:r>
            <a:endParaRPr sz="1400">
              <a:latin typeface="Times New Roman" panose="02020603050405020304"/>
              <a:cs typeface="Times New Roman" panose="02020603050405020304"/>
            </a:endParaRPr>
          </a:p>
          <a:p>
            <a:pPr>
              <a:lnSpc>
                <a:spcPct val="100000"/>
              </a:lnSpc>
              <a:spcBef>
                <a:spcPts val="1470"/>
              </a:spcBef>
            </a:pPr>
            <a:endParaRPr sz="1400">
              <a:latin typeface="Times New Roman" panose="02020603050405020304"/>
              <a:cs typeface="Times New Roman" panose="02020603050405020304"/>
            </a:endParaRPr>
          </a:p>
          <a:p>
            <a:pPr marL="99060">
              <a:lnSpc>
                <a:spcPct val="100000"/>
              </a:lnSpc>
            </a:pPr>
            <a:r>
              <a:rPr sz="2350" b="1" dirty="0">
                <a:solidFill>
                  <a:srgbClr val="DFEFFF"/>
                </a:solidFill>
                <a:latin typeface="Times New Roman" panose="02020603050405020304"/>
                <a:cs typeface="Times New Roman" panose="02020603050405020304"/>
              </a:rPr>
              <a:t>Performance</a:t>
            </a:r>
            <a:r>
              <a:rPr sz="2350" b="1" spc="-140" dirty="0">
                <a:solidFill>
                  <a:srgbClr val="DFEFFF"/>
                </a:solidFill>
                <a:latin typeface="Times New Roman" panose="02020603050405020304"/>
                <a:cs typeface="Times New Roman" panose="02020603050405020304"/>
              </a:rPr>
              <a:t> </a:t>
            </a:r>
            <a:r>
              <a:rPr sz="2350" b="1" spc="-10" dirty="0">
                <a:solidFill>
                  <a:srgbClr val="DFEFFF"/>
                </a:solidFill>
                <a:latin typeface="Times New Roman" panose="02020603050405020304"/>
                <a:cs typeface="Times New Roman" panose="02020603050405020304"/>
              </a:rPr>
              <a:t>scoring</a:t>
            </a:r>
            <a:endParaRPr sz="2350">
              <a:latin typeface="Times New Roman" panose="02020603050405020304"/>
              <a:cs typeface="Times New Roman" panose="02020603050405020304"/>
            </a:endParaRPr>
          </a:p>
          <a:p>
            <a:pPr marL="131445" marR="5080">
              <a:lnSpc>
                <a:spcPct val="100000"/>
              </a:lnSpc>
              <a:spcBef>
                <a:spcPts val="2170"/>
              </a:spcBef>
            </a:pPr>
            <a:r>
              <a:rPr sz="1400" dirty="0">
                <a:solidFill>
                  <a:srgbClr val="DFEFFF"/>
                </a:solidFill>
                <a:latin typeface="Times New Roman" panose="02020603050405020304"/>
                <a:cs typeface="Times New Roman" panose="02020603050405020304"/>
              </a:rPr>
              <a:t>Candidates</a:t>
            </a:r>
            <a:r>
              <a:rPr sz="1400" spc="-4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receive</a:t>
            </a:r>
            <a:r>
              <a:rPr sz="1400" spc="-1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a</a:t>
            </a:r>
            <a:r>
              <a:rPr sz="1400" spc="-1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score</a:t>
            </a:r>
            <a:r>
              <a:rPr sz="1400" spc="-2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based</a:t>
            </a:r>
            <a:r>
              <a:rPr sz="1400" spc="-3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on</a:t>
            </a:r>
            <a:r>
              <a:rPr sz="1400" spc="-1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their</a:t>
            </a:r>
            <a:r>
              <a:rPr sz="1400" spc="-2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overall</a:t>
            </a:r>
            <a:r>
              <a:rPr sz="1400" spc="-2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performance</a:t>
            </a:r>
            <a:r>
              <a:rPr sz="1400" spc="-1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in the</a:t>
            </a:r>
            <a:r>
              <a:rPr sz="1400" spc="-20" dirty="0">
                <a:solidFill>
                  <a:srgbClr val="DFEFFF"/>
                </a:solidFill>
                <a:latin typeface="Times New Roman" panose="02020603050405020304"/>
                <a:cs typeface="Times New Roman" panose="02020603050405020304"/>
              </a:rPr>
              <a:t> mock </a:t>
            </a:r>
            <a:r>
              <a:rPr sz="1400" spc="-10" dirty="0">
                <a:solidFill>
                  <a:srgbClr val="DFEFFF"/>
                </a:solidFill>
                <a:latin typeface="Times New Roman" panose="02020603050405020304"/>
                <a:cs typeface="Times New Roman" panose="02020603050405020304"/>
              </a:rPr>
              <a:t>interview.</a:t>
            </a:r>
            <a:r>
              <a:rPr sz="1400" spc="-5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This</a:t>
            </a:r>
            <a:r>
              <a:rPr sz="1400" spc="-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scoring</a:t>
            </a:r>
            <a:r>
              <a:rPr sz="1400" spc="-3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system</a:t>
            </a:r>
            <a:r>
              <a:rPr sz="1400" spc="-1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helps</a:t>
            </a:r>
            <a:r>
              <a:rPr sz="1400" spc="-3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quantify</a:t>
            </a:r>
            <a:r>
              <a:rPr sz="1400" spc="-3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their</a:t>
            </a:r>
            <a:r>
              <a:rPr sz="1400" spc="-2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readiness</a:t>
            </a:r>
            <a:r>
              <a:rPr sz="1400" spc="-3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for</a:t>
            </a:r>
            <a:r>
              <a:rPr sz="1400" spc="-2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actual</a:t>
            </a:r>
            <a:r>
              <a:rPr sz="1400" spc="-5" dirty="0">
                <a:solidFill>
                  <a:srgbClr val="DFEFFF"/>
                </a:solidFill>
                <a:latin typeface="Times New Roman" panose="02020603050405020304"/>
                <a:cs typeface="Times New Roman" panose="02020603050405020304"/>
              </a:rPr>
              <a:t> </a:t>
            </a:r>
            <a:r>
              <a:rPr sz="1400" spc="-10" dirty="0">
                <a:solidFill>
                  <a:srgbClr val="DFEFFF"/>
                </a:solidFill>
                <a:latin typeface="Times New Roman" panose="02020603050405020304"/>
                <a:cs typeface="Times New Roman" panose="02020603050405020304"/>
              </a:rPr>
              <a:t>interviews </a:t>
            </a:r>
            <a:r>
              <a:rPr sz="1400" dirty="0">
                <a:solidFill>
                  <a:srgbClr val="DFEFFF"/>
                </a:solidFill>
                <a:latin typeface="Times New Roman" panose="02020603050405020304"/>
                <a:cs typeface="Times New Roman" panose="02020603050405020304"/>
              </a:rPr>
              <a:t>and</a:t>
            </a:r>
            <a:r>
              <a:rPr sz="1400" spc="-3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track</a:t>
            </a:r>
            <a:r>
              <a:rPr sz="1400" spc="-15"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improvements</a:t>
            </a:r>
            <a:r>
              <a:rPr sz="1400" spc="10" dirty="0">
                <a:solidFill>
                  <a:srgbClr val="DFEFFF"/>
                </a:solidFill>
                <a:latin typeface="Times New Roman" panose="02020603050405020304"/>
                <a:cs typeface="Times New Roman" panose="02020603050405020304"/>
              </a:rPr>
              <a:t> </a:t>
            </a:r>
            <a:r>
              <a:rPr sz="1400" dirty="0">
                <a:solidFill>
                  <a:srgbClr val="DFEFFF"/>
                </a:solidFill>
                <a:latin typeface="Times New Roman" panose="02020603050405020304"/>
                <a:cs typeface="Times New Roman" panose="02020603050405020304"/>
              </a:rPr>
              <a:t>over</a:t>
            </a:r>
            <a:r>
              <a:rPr sz="1400" spc="-20" dirty="0">
                <a:solidFill>
                  <a:srgbClr val="DFEFFF"/>
                </a:solidFill>
                <a:latin typeface="Times New Roman" panose="02020603050405020304"/>
                <a:cs typeface="Times New Roman" panose="02020603050405020304"/>
              </a:rPr>
              <a:t> time.</a:t>
            </a:r>
            <a:endParaRPr sz="1400">
              <a:latin typeface="Times New Roman" panose="02020603050405020304"/>
              <a:cs typeface="Times New Roman" panose="02020603050405020304"/>
            </a:endParaRPr>
          </a:p>
        </p:txBody>
      </p:sp>
      <p:sp>
        <p:nvSpPr>
          <p:cNvPr id="4" name="object 4"/>
          <p:cNvSpPr txBox="1">
            <a:spLocks noGrp="1"/>
          </p:cNvSpPr>
          <p:nvPr>
            <p:ph type="title"/>
          </p:nvPr>
        </p:nvSpPr>
        <p:spPr>
          <a:xfrm>
            <a:off x="1777952" y="866647"/>
            <a:ext cx="2903855" cy="471805"/>
          </a:xfrm>
          <a:prstGeom prst="rect">
            <a:avLst/>
          </a:prstGeom>
        </p:spPr>
        <p:txBody>
          <a:bodyPr vert="horz" wrap="square" lIns="0" tIns="15875" rIns="0" bIns="0" rtlCol="0">
            <a:spAutoFit/>
          </a:bodyPr>
          <a:lstStyle/>
          <a:p>
            <a:pPr marL="12700">
              <a:lnSpc>
                <a:spcPct val="100000"/>
              </a:lnSpc>
              <a:spcBef>
                <a:spcPts val="125"/>
              </a:spcBef>
            </a:pPr>
            <a:r>
              <a:rPr sz="2900" dirty="0">
                <a:solidFill>
                  <a:srgbClr val="DFEFFF"/>
                </a:solidFill>
              </a:rPr>
              <a:t>Feedback</a:t>
            </a:r>
            <a:r>
              <a:rPr sz="2900" spc="-45" dirty="0">
                <a:solidFill>
                  <a:srgbClr val="DFEFFF"/>
                </a:solidFill>
              </a:rPr>
              <a:t> </a:t>
            </a:r>
            <a:r>
              <a:rPr sz="2900" spc="-10" dirty="0">
                <a:solidFill>
                  <a:srgbClr val="DFEFFF"/>
                </a:solidFill>
              </a:rPr>
              <a:t>Reports</a:t>
            </a:r>
            <a:endParaRPr sz="29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Text Placeholder 2"/>
          <p:cNvSpPr>
            <a:spLocks noGrp="1"/>
          </p:cNvSpPr>
          <p:nvPr>
            <p:ph type="body" idx="1"/>
          </p:nvPr>
        </p:nvSpPr>
        <p:spPr/>
        <p:txBody>
          <a:bodyPr/>
          <a:p>
            <a:endParaRPr lang="en-US"/>
          </a:p>
        </p:txBody>
      </p:sp>
      <p:pic>
        <p:nvPicPr>
          <p:cNvPr id="4" name="Picture 3"/>
          <p:cNvPicPr>
            <a:picLocks noChangeAspect="1"/>
          </p:cNvPicPr>
          <p:nvPr/>
        </p:nvPicPr>
        <p:blipFill>
          <a:blip r:embed="rId1"/>
          <a:stretch>
            <a:fillRect/>
          </a:stretch>
        </p:blipFill>
        <p:spPr>
          <a:xfrm>
            <a:off x="241300" y="840105"/>
            <a:ext cx="7348220" cy="58826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76230" y="1358857"/>
            <a:ext cx="4215130" cy="361315"/>
          </a:xfrm>
        </p:spPr>
        <p:txBody>
          <a:bodyPr/>
          <a:p>
            <a:endParaRPr lang="en-IN" altLang="en-US"/>
          </a:p>
        </p:txBody>
      </p:sp>
      <p:sp>
        <p:nvSpPr>
          <p:cNvPr id="3" name="Text Placeholder 2"/>
          <p:cNvSpPr>
            <a:spLocks noGrp="1"/>
          </p:cNvSpPr>
          <p:nvPr>
            <p:ph type="body" idx="1"/>
          </p:nvPr>
        </p:nvSpPr>
        <p:spPr/>
        <p:txBody>
          <a:bodyPr/>
          <a:p>
            <a:endParaRPr lang="en-US"/>
          </a:p>
        </p:txBody>
      </p:sp>
      <p:pic>
        <p:nvPicPr>
          <p:cNvPr id="4" name="Picture 3"/>
          <p:cNvPicPr>
            <a:picLocks noChangeAspect="1"/>
          </p:cNvPicPr>
          <p:nvPr/>
        </p:nvPicPr>
        <p:blipFill>
          <a:blip r:embed="rId1"/>
          <a:stretch>
            <a:fillRect/>
          </a:stretch>
        </p:blipFill>
        <p:spPr>
          <a:xfrm>
            <a:off x="88900" y="962025"/>
            <a:ext cx="8526780" cy="530288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42756" y="1357321"/>
            <a:ext cx="2018664" cy="488315"/>
          </a:xfrm>
          <a:prstGeom prst="rect">
            <a:avLst/>
          </a:prstGeom>
        </p:spPr>
        <p:txBody>
          <a:bodyPr vert="horz" wrap="square" lIns="0" tIns="17145" rIns="0" bIns="0" rtlCol="0">
            <a:spAutoFit/>
          </a:bodyPr>
          <a:lstStyle/>
          <a:p>
            <a:pPr marL="12700">
              <a:lnSpc>
                <a:spcPct val="100000"/>
              </a:lnSpc>
              <a:spcBef>
                <a:spcPts val="135"/>
              </a:spcBef>
            </a:pPr>
            <a:r>
              <a:rPr sz="3000" spc="-10" dirty="0"/>
              <a:t>Conclusions</a:t>
            </a:r>
            <a:endParaRPr sz="3000"/>
          </a:p>
        </p:txBody>
      </p:sp>
      <p:sp>
        <p:nvSpPr>
          <p:cNvPr id="3" name="object 3"/>
          <p:cNvSpPr txBox="1">
            <a:spLocks noGrp="1"/>
          </p:cNvSpPr>
          <p:nvPr>
            <p:ph type="body" idx="1"/>
          </p:nvPr>
        </p:nvSpPr>
        <p:spPr>
          <a:prstGeom prst="rect">
            <a:avLst/>
          </a:prstGeom>
        </p:spPr>
        <p:txBody>
          <a:bodyPr vert="horz" wrap="square" lIns="0" tIns="10795" rIns="0" bIns="0" rtlCol="0">
            <a:spAutoFit/>
          </a:bodyPr>
          <a:lstStyle/>
          <a:p>
            <a:pPr marL="12700" marR="138430">
              <a:lnSpc>
                <a:spcPct val="102000"/>
              </a:lnSpc>
              <a:spcBef>
                <a:spcPts val="85"/>
              </a:spcBef>
            </a:pPr>
            <a:r>
              <a:rPr dirty="0"/>
              <a:t>In</a:t>
            </a:r>
            <a:r>
              <a:rPr spc="20" dirty="0"/>
              <a:t> </a:t>
            </a:r>
            <a:r>
              <a:rPr dirty="0"/>
              <a:t>summary,</a:t>
            </a:r>
            <a:r>
              <a:rPr spc="95" dirty="0"/>
              <a:t> </a:t>
            </a:r>
            <a:r>
              <a:rPr dirty="0"/>
              <a:t>SIC</a:t>
            </a:r>
            <a:r>
              <a:rPr spc="30" dirty="0"/>
              <a:t> </a:t>
            </a:r>
            <a:r>
              <a:rPr dirty="0"/>
              <a:t>offers</a:t>
            </a:r>
            <a:r>
              <a:rPr spc="45" dirty="0"/>
              <a:t> </a:t>
            </a:r>
            <a:r>
              <a:rPr dirty="0"/>
              <a:t>a</a:t>
            </a:r>
            <a:r>
              <a:rPr spc="15" dirty="0"/>
              <a:t> </a:t>
            </a:r>
            <a:r>
              <a:rPr dirty="0"/>
              <a:t>comprehensive</a:t>
            </a:r>
            <a:r>
              <a:rPr spc="90" dirty="0"/>
              <a:t> </a:t>
            </a:r>
            <a:r>
              <a:rPr dirty="0"/>
              <a:t>suite</a:t>
            </a:r>
            <a:r>
              <a:rPr spc="15" dirty="0"/>
              <a:t> </a:t>
            </a:r>
            <a:r>
              <a:rPr dirty="0"/>
              <a:t>of</a:t>
            </a:r>
            <a:r>
              <a:rPr spc="-65" dirty="0"/>
              <a:t> </a:t>
            </a:r>
            <a:r>
              <a:rPr dirty="0"/>
              <a:t>AI-</a:t>
            </a:r>
            <a:r>
              <a:rPr spc="-10" dirty="0"/>
              <a:t>driven </a:t>
            </a:r>
            <a:r>
              <a:rPr dirty="0"/>
              <a:t>tools</a:t>
            </a:r>
            <a:r>
              <a:rPr spc="40" dirty="0"/>
              <a:t> </a:t>
            </a:r>
            <a:r>
              <a:rPr dirty="0"/>
              <a:t>for</a:t>
            </a:r>
            <a:r>
              <a:rPr spc="35" dirty="0"/>
              <a:t> </a:t>
            </a:r>
            <a:r>
              <a:rPr dirty="0"/>
              <a:t>resume</a:t>
            </a:r>
            <a:r>
              <a:rPr spc="95" dirty="0"/>
              <a:t> </a:t>
            </a:r>
            <a:r>
              <a:rPr dirty="0"/>
              <a:t>analysis,</a:t>
            </a:r>
            <a:r>
              <a:rPr spc="80" dirty="0"/>
              <a:t> </a:t>
            </a:r>
            <a:r>
              <a:rPr dirty="0"/>
              <a:t>interview</a:t>
            </a:r>
            <a:r>
              <a:rPr spc="75" dirty="0"/>
              <a:t> </a:t>
            </a:r>
            <a:r>
              <a:rPr dirty="0"/>
              <a:t>preparation,</a:t>
            </a:r>
            <a:r>
              <a:rPr spc="80" dirty="0"/>
              <a:t> </a:t>
            </a:r>
            <a:r>
              <a:rPr dirty="0"/>
              <a:t>and</a:t>
            </a:r>
            <a:r>
              <a:rPr spc="55" dirty="0"/>
              <a:t> </a:t>
            </a:r>
            <a:r>
              <a:rPr spc="-20" dirty="0"/>
              <a:t>mock </a:t>
            </a:r>
            <a:r>
              <a:rPr dirty="0"/>
              <a:t>interviews,</a:t>
            </a:r>
            <a:r>
              <a:rPr spc="90" dirty="0"/>
              <a:t> </a:t>
            </a:r>
            <a:r>
              <a:rPr dirty="0"/>
              <a:t>significantly</a:t>
            </a:r>
            <a:r>
              <a:rPr spc="55" dirty="0"/>
              <a:t> </a:t>
            </a:r>
            <a:r>
              <a:rPr dirty="0"/>
              <a:t>enhancing</a:t>
            </a:r>
            <a:r>
              <a:rPr spc="90" dirty="0"/>
              <a:t> </a:t>
            </a:r>
            <a:r>
              <a:rPr dirty="0"/>
              <a:t>the</a:t>
            </a:r>
            <a:r>
              <a:rPr spc="65" dirty="0"/>
              <a:t> </a:t>
            </a:r>
            <a:r>
              <a:rPr dirty="0"/>
              <a:t>hiring</a:t>
            </a:r>
            <a:r>
              <a:rPr spc="55" dirty="0"/>
              <a:t> </a:t>
            </a:r>
            <a:r>
              <a:rPr dirty="0"/>
              <a:t>process</a:t>
            </a:r>
            <a:r>
              <a:rPr spc="90" dirty="0"/>
              <a:t> </a:t>
            </a:r>
            <a:r>
              <a:rPr dirty="0"/>
              <a:t>for</a:t>
            </a:r>
            <a:r>
              <a:rPr spc="50" dirty="0"/>
              <a:t> </a:t>
            </a:r>
            <a:r>
              <a:rPr spc="-20" dirty="0"/>
              <a:t>both </a:t>
            </a:r>
            <a:r>
              <a:rPr dirty="0"/>
              <a:t>job</a:t>
            </a:r>
            <a:r>
              <a:rPr spc="30" dirty="0"/>
              <a:t> </a:t>
            </a:r>
            <a:r>
              <a:rPr dirty="0"/>
              <a:t>seekers</a:t>
            </a:r>
            <a:r>
              <a:rPr spc="80" dirty="0"/>
              <a:t> </a:t>
            </a:r>
            <a:r>
              <a:rPr dirty="0"/>
              <a:t>and</a:t>
            </a:r>
            <a:r>
              <a:rPr spc="50" dirty="0"/>
              <a:t> </a:t>
            </a:r>
            <a:r>
              <a:rPr spc="-10" dirty="0"/>
              <a:t>recruiters.</a:t>
            </a:r>
            <a:endParaRPr spc="-10" dirty="0"/>
          </a:p>
          <a:p>
            <a:pPr marL="12700" marR="5080" indent="51435">
              <a:lnSpc>
                <a:spcPct val="102000"/>
              </a:lnSpc>
              <a:spcBef>
                <a:spcPts val="1165"/>
              </a:spcBef>
            </a:pPr>
            <a:r>
              <a:rPr dirty="0"/>
              <a:t>Future</a:t>
            </a:r>
            <a:r>
              <a:rPr spc="45" dirty="0"/>
              <a:t> </a:t>
            </a:r>
            <a:r>
              <a:rPr dirty="0"/>
              <a:t>enhancements</a:t>
            </a:r>
            <a:r>
              <a:rPr spc="110" dirty="0"/>
              <a:t> </a:t>
            </a:r>
            <a:r>
              <a:rPr dirty="0"/>
              <a:t>for</a:t>
            </a:r>
            <a:r>
              <a:rPr spc="65" dirty="0"/>
              <a:t> </a:t>
            </a:r>
            <a:r>
              <a:rPr dirty="0"/>
              <a:t>SIC</a:t>
            </a:r>
            <a:r>
              <a:rPr spc="45" dirty="0"/>
              <a:t> </a:t>
            </a:r>
            <a:r>
              <a:rPr dirty="0"/>
              <a:t>include</a:t>
            </a:r>
            <a:r>
              <a:rPr spc="80" dirty="0"/>
              <a:t> </a:t>
            </a:r>
            <a:r>
              <a:rPr spc="-10" dirty="0"/>
              <a:t>real-</a:t>
            </a:r>
            <a:r>
              <a:rPr dirty="0"/>
              <a:t>time</a:t>
            </a:r>
            <a:r>
              <a:rPr spc="105" dirty="0"/>
              <a:t> </a:t>
            </a:r>
            <a:r>
              <a:rPr spc="-10" dirty="0"/>
              <a:t>interview </a:t>
            </a:r>
            <a:r>
              <a:rPr dirty="0"/>
              <a:t>coaching,</a:t>
            </a:r>
            <a:r>
              <a:rPr spc="100" dirty="0"/>
              <a:t> </a:t>
            </a:r>
            <a:r>
              <a:rPr spc="-10" dirty="0"/>
              <a:t>multi-</a:t>
            </a:r>
            <a:r>
              <a:rPr dirty="0"/>
              <a:t>language</a:t>
            </a:r>
            <a:r>
              <a:rPr spc="125" dirty="0"/>
              <a:t> </a:t>
            </a:r>
            <a:r>
              <a:rPr dirty="0"/>
              <a:t>support</a:t>
            </a:r>
            <a:r>
              <a:rPr spc="80" dirty="0"/>
              <a:t> </a:t>
            </a:r>
            <a:r>
              <a:rPr dirty="0"/>
              <a:t>for</a:t>
            </a:r>
            <a:r>
              <a:rPr spc="50" dirty="0"/>
              <a:t> </a:t>
            </a:r>
            <a:r>
              <a:rPr dirty="0"/>
              <a:t>global</a:t>
            </a:r>
            <a:r>
              <a:rPr spc="80" dirty="0"/>
              <a:t> </a:t>
            </a:r>
            <a:r>
              <a:rPr dirty="0"/>
              <a:t>candidates,</a:t>
            </a:r>
            <a:r>
              <a:rPr spc="95" dirty="0"/>
              <a:t> </a:t>
            </a:r>
            <a:r>
              <a:rPr dirty="0"/>
              <a:t>and</a:t>
            </a:r>
            <a:r>
              <a:rPr spc="75" dirty="0"/>
              <a:t> </a:t>
            </a:r>
            <a:r>
              <a:rPr spc="-25" dirty="0"/>
              <a:t>the </a:t>
            </a:r>
            <a:r>
              <a:rPr dirty="0"/>
              <a:t>integration</a:t>
            </a:r>
            <a:r>
              <a:rPr spc="40" dirty="0"/>
              <a:t> </a:t>
            </a:r>
            <a:r>
              <a:rPr dirty="0"/>
              <a:t>of</a:t>
            </a:r>
            <a:r>
              <a:rPr spc="25" dirty="0"/>
              <a:t> </a:t>
            </a:r>
            <a:r>
              <a:rPr dirty="0"/>
              <a:t>virtual</a:t>
            </a:r>
            <a:r>
              <a:rPr spc="35" dirty="0"/>
              <a:t> </a:t>
            </a:r>
            <a:r>
              <a:rPr dirty="0"/>
              <a:t>reality</a:t>
            </a:r>
            <a:r>
              <a:rPr spc="40" dirty="0"/>
              <a:t> </a:t>
            </a:r>
            <a:r>
              <a:rPr dirty="0"/>
              <a:t>for</a:t>
            </a:r>
            <a:r>
              <a:rPr spc="40" dirty="0"/>
              <a:t> </a:t>
            </a:r>
            <a:r>
              <a:rPr dirty="0"/>
              <a:t>immersive</a:t>
            </a:r>
            <a:r>
              <a:rPr spc="75" dirty="0"/>
              <a:t> </a:t>
            </a:r>
            <a:r>
              <a:rPr spc="-10" dirty="0"/>
              <a:t>interview </a:t>
            </a:r>
            <a:r>
              <a:rPr dirty="0"/>
              <a:t>simulations,</a:t>
            </a:r>
            <a:r>
              <a:rPr spc="105" dirty="0"/>
              <a:t> </a:t>
            </a:r>
            <a:r>
              <a:rPr dirty="0"/>
              <a:t>broadening</a:t>
            </a:r>
            <a:r>
              <a:rPr spc="70" dirty="0"/>
              <a:t> </a:t>
            </a:r>
            <a:r>
              <a:rPr dirty="0"/>
              <a:t>the</a:t>
            </a:r>
            <a:r>
              <a:rPr spc="65" dirty="0"/>
              <a:t> </a:t>
            </a:r>
            <a:r>
              <a:rPr dirty="0"/>
              <a:t>tool's</a:t>
            </a:r>
            <a:r>
              <a:rPr spc="55" dirty="0"/>
              <a:t> </a:t>
            </a:r>
            <a:r>
              <a:rPr spc="-10" dirty="0"/>
              <a:t>capabilities.</a:t>
            </a:r>
            <a:endParaRPr spc="-10" dirty="0"/>
          </a:p>
        </p:txBody>
      </p:sp>
      <p:sp>
        <p:nvSpPr>
          <p:cNvPr id="4" name="object 4"/>
          <p:cNvSpPr txBox="1"/>
          <p:nvPr/>
        </p:nvSpPr>
        <p:spPr>
          <a:xfrm>
            <a:off x="3045908" y="5519355"/>
            <a:ext cx="3283585" cy="810260"/>
          </a:xfrm>
          <a:prstGeom prst="rect">
            <a:avLst/>
          </a:prstGeom>
        </p:spPr>
        <p:txBody>
          <a:bodyPr vert="horz" wrap="square" lIns="0" tIns="12065" rIns="0" bIns="0" rtlCol="0">
            <a:spAutoFit/>
          </a:bodyPr>
          <a:lstStyle/>
          <a:p>
            <a:pPr marL="12700">
              <a:lnSpc>
                <a:spcPct val="100000"/>
              </a:lnSpc>
              <a:spcBef>
                <a:spcPts val="95"/>
              </a:spcBef>
            </a:pPr>
            <a:r>
              <a:rPr sz="5150" b="1" dirty="0">
                <a:solidFill>
                  <a:srgbClr val="DFEFFF"/>
                </a:solidFill>
                <a:latin typeface="Times New Roman" panose="02020603050405020304"/>
                <a:cs typeface="Times New Roman" panose="02020603050405020304"/>
              </a:rPr>
              <a:t>Thank</a:t>
            </a:r>
            <a:r>
              <a:rPr sz="5150" b="1" spc="-55" dirty="0">
                <a:solidFill>
                  <a:srgbClr val="DFEFFF"/>
                </a:solidFill>
                <a:latin typeface="Times New Roman" panose="02020603050405020304"/>
                <a:cs typeface="Times New Roman" panose="02020603050405020304"/>
              </a:rPr>
              <a:t> </a:t>
            </a:r>
            <a:r>
              <a:rPr sz="5150" b="1" spc="-20" dirty="0">
                <a:solidFill>
                  <a:srgbClr val="DFEFFF"/>
                </a:solidFill>
                <a:latin typeface="Times New Roman" panose="02020603050405020304"/>
                <a:cs typeface="Times New Roman" panose="02020603050405020304"/>
              </a:rPr>
              <a:t>you!</a:t>
            </a:r>
            <a:endParaRPr sz="5150">
              <a:latin typeface="Times New Roman" panose="02020603050405020304"/>
              <a:cs typeface="Times New Roman" panose="02020603050405020304"/>
            </a:endParaRPr>
          </a:p>
        </p:txBody>
      </p:sp>
      <p:pic>
        <p:nvPicPr>
          <p:cNvPr id="5" name="object 5"/>
          <p:cNvPicPr/>
          <p:nvPr/>
        </p:nvPicPr>
        <p:blipFill>
          <a:blip r:embed="rId1" cstate="print"/>
          <a:stretch>
            <a:fillRect/>
          </a:stretch>
        </p:blipFill>
        <p:spPr>
          <a:xfrm>
            <a:off x="6509003" y="1975104"/>
            <a:ext cx="3919727" cy="338632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5860</Words>
  <Application>WPS Slides</Application>
  <PresentationFormat>On-screen Show (4:3)</PresentationFormat>
  <Paragraphs>115</Paragraphs>
  <Slides>17</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17</vt:i4>
      </vt:variant>
    </vt:vector>
  </HeadingPairs>
  <TitlesOfParts>
    <vt:vector size="27" baseType="lpstr">
      <vt:lpstr>Arial</vt:lpstr>
      <vt:lpstr>SimSun</vt:lpstr>
      <vt:lpstr>Wingdings</vt:lpstr>
      <vt:lpstr>Times New Roman</vt:lpstr>
      <vt:lpstr>Arial Black</vt:lpstr>
      <vt:lpstr>Tahoma</vt:lpstr>
      <vt:lpstr>Microsoft YaHei</vt:lpstr>
      <vt:lpstr>Arial Unicode MS</vt:lpstr>
      <vt:lpstr>Calibri</vt:lpstr>
      <vt:lpstr>Office Theme</vt:lpstr>
      <vt:lpstr>(Smart Interview Coach)</vt:lpstr>
      <vt:lpstr>Introduction</vt:lpstr>
      <vt:lpstr>PowerPoint 演示文稿</vt:lpstr>
      <vt:lpstr>GEN AI POWERED SMART INTERVIEW COACH</vt:lpstr>
      <vt:lpstr>Resume Analysis</vt:lpstr>
      <vt:lpstr>NLP and AI models for extraction</vt:lpstr>
      <vt:lpstr>Key Details Evaluation</vt:lpstr>
      <vt:lpstr>02</vt:lpstr>
      <vt:lpstr>Personalized question generation</vt:lpstr>
      <vt:lpstr>PowerPoint 演示文稿</vt:lpstr>
      <vt:lpstr>GEN AI Powered Mock Interviews System</vt:lpstr>
      <vt:lpstr>PowerPoint 演示文稿</vt:lpstr>
      <vt:lpstr>Video and speech analysis</vt:lpstr>
      <vt:lpstr>Feedback Reports</vt:lpstr>
      <vt:lpstr>PowerPoint 演示文稿</vt:lpstr>
      <vt:lpstr>PowerPoint 演示文稿</vt:lpstr>
      <vt:lpstr>Conclusions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SIC–USING GEN AI(Smart Interview Coach)</dc:title>
  <dc:creator>sai Babu</dc:creator>
  <cp:lastModifiedBy>Jayanth Varma</cp:lastModifiedBy>
  <cp:revision>1</cp:revision>
  <dcterms:created xsi:type="dcterms:W3CDTF">2025-05-06T06:58:29Z</dcterms:created>
  <dcterms:modified xsi:type="dcterms:W3CDTF">2025-05-06T06:58:29Z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2025-03-27T05:30:00Z</vt:filetime>
  </property>
  <property fmtid="{D5CDD505-2E9C-101B-9397-08002B2CF9AE}" pid="3" name="LastSaved">
    <vt:filetime>2025-05-06T05:30:00Z</vt:filetime>
  </property>
  <property fmtid="{D5CDD505-2E9C-101B-9397-08002B2CF9AE}" pid="4" name="Producer">
    <vt:lpwstr>Microsoft: Print To PDF</vt:lpwstr>
  </property>
  <property fmtid="{D5CDD505-2E9C-101B-9397-08002B2CF9AE}" pid="5" name="ICV">
    <vt:lpwstr>C5EE416288D846BEAA69DF008F2761DD_13</vt:lpwstr>
  </property>
  <property fmtid="{D5CDD505-2E9C-101B-9397-08002B2CF9AE}" pid="6" name="KSOProductBuildVer">
    <vt:lpwstr>1033-12.2.0.20795</vt:lpwstr>
  </property>
</Properties>
</file>